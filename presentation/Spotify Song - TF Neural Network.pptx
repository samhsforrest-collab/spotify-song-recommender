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69" r:id="rId6"/>
    <p:sldId id="286" r:id="rId7"/>
    <p:sldId id="290" r:id="rId8"/>
    <p:sldId id="289" r:id="rId9"/>
    <p:sldId id="288" r:id="rId10"/>
    <p:sldId id="285" r:id="rId11"/>
    <p:sldId id="266" r:id="rId12"/>
    <p:sldId id="273" r:id="rId13"/>
    <p:sldId id="292" r:id="rId14"/>
    <p:sldId id="274" r:id="rId15"/>
    <p:sldId id="277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7" orient="horz" pos="2500" userDrawn="1">
          <p15:clr>
            <a:srgbClr val="A4A3A4"/>
          </p15:clr>
        </p15:guide>
        <p15:guide id="8" pos="49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2752"/>
    <a:srgbClr val="E3A097"/>
    <a:srgbClr val="F5D9D7"/>
    <a:srgbClr val="263025"/>
    <a:srgbClr val="334031"/>
    <a:srgbClr val="8A9161"/>
    <a:srgbClr val="81875A"/>
    <a:srgbClr val="000000"/>
    <a:srgbClr val="EFE0BE"/>
    <a:srgbClr val="F7F1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7342B6-B0C8-492B-BE00-3051D79244CE}" v="721" dt="2026-01-30T10:53:35.503"/>
    <p1510:client id="{76F25A8D-B914-82A2-0FF4-4406547F6BD9}" v="1900" dt="2026-01-30T12:10:28.362"/>
    <p1510:client id="{7A243450-917C-D9D1-D59B-F69E302B181B}" v="848" dt="2026-01-29T15:38:16.484"/>
    <p1510:client id="{EE98B1F9-B3A3-89B0-447A-33CA4BA9B9B4}" v="348" dt="2026-01-30T11:42:25.313"/>
  </p1510:revLst>
</p1510:revInfo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320" y="294"/>
      </p:cViewPr>
      <p:guideLst>
        <p:guide pos="3840"/>
        <p:guide orient="horz" pos="2500"/>
        <p:guide pos="495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6BFB8F-1075-46F7-92D2-8B70CC0C8556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1AA8A41-2412-44C6-99E9-98C885C51003}">
      <dgm:prSet phldrT="[Text]" phldr="0"/>
      <dgm:spPr/>
      <dgm:t>
        <a:bodyPr/>
        <a:lstStyle/>
        <a:p>
          <a:pPr rtl="0"/>
          <a:r>
            <a:rPr lang="en-GB">
              <a:latin typeface="DM Serif Display"/>
            </a:rPr>
            <a:t>Removed Unncessary Columns</a:t>
          </a:r>
          <a:endParaRPr lang="en-GB"/>
        </a:p>
      </dgm:t>
    </dgm:pt>
    <dgm:pt modelId="{5EE7C75E-AADC-43E7-BE08-3FA2E8A21E11}" type="parTrans" cxnId="{409386D2-3E9A-4DB5-9CCD-52DFFC93DE75}">
      <dgm:prSet/>
      <dgm:spPr/>
      <dgm:t>
        <a:bodyPr/>
        <a:lstStyle/>
        <a:p>
          <a:endParaRPr lang="en-GB"/>
        </a:p>
      </dgm:t>
    </dgm:pt>
    <dgm:pt modelId="{EB853E0F-5BF4-4F36-ADEE-124283D05971}" type="sibTrans" cxnId="{409386D2-3E9A-4DB5-9CCD-52DFFC93DE75}">
      <dgm:prSet/>
      <dgm:spPr/>
      <dgm:t>
        <a:bodyPr/>
        <a:lstStyle/>
        <a:p>
          <a:endParaRPr lang="en-GB"/>
        </a:p>
      </dgm:t>
    </dgm:pt>
    <dgm:pt modelId="{C4615342-A62E-4234-B45C-7469B8D16857}">
      <dgm:prSet phldrT="[Text]" phldr="0"/>
      <dgm:spPr/>
      <dgm:t>
        <a:bodyPr/>
        <a:lstStyle/>
        <a:p>
          <a:pPr rtl="0"/>
          <a:r>
            <a:rPr lang="en-GB">
              <a:latin typeface="DM Serif Display"/>
            </a:rPr>
            <a:t>Feature Engineering</a:t>
          </a:r>
          <a:endParaRPr lang="en-GB"/>
        </a:p>
      </dgm:t>
    </dgm:pt>
    <dgm:pt modelId="{17E8E31E-DF4F-4741-B4DE-B4EAC847CAAB}" type="parTrans" cxnId="{779472FD-9D8A-4155-A87F-07B2DE52D6D1}">
      <dgm:prSet/>
      <dgm:spPr/>
      <dgm:t>
        <a:bodyPr/>
        <a:lstStyle/>
        <a:p>
          <a:endParaRPr lang="en-GB"/>
        </a:p>
      </dgm:t>
    </dgm:pt>
    <dgm:pt modelId="{F0534817-E42D-4E26-B536-578D001072DE}" type="sibTrans" cxnId="{779472FD-9D8A-4155-A87F-07B2DE52D6D1}">
      <dgm:prSet/>
      <dgm:spPr/>
      <dgm:t>
        <a:bodyPr/>
        <a:lstStyle/>
        <a:p>
          <a:endParaRPr lang="en-GB"/>
        </a:p>
      </dgm:t>
    </dgm:pt>
    <dgm:pt modelId="{9696591E-C3B3-4EB3-B73A-33A8FE6DF9C6}">
      <dgm:prSet phldrT="[Text]" phldr="0"/>
      <dgm:spPr/>
      <dgm:t>
        <a:bodyPr/>
        <a:lstStyle/>
        <a:p>
          <a:pPr rtl="0"/>
          <a:r>
            <a:rPr lang="en-GB">
              <a:latin typeface="DM Serif Display"/>
            </a:rPr>
            <a:t>Handled Duplicate Tracks</a:t>
          </a:r>
          <a:endParaRPr lang="en-GB"/>
        </a:p>
      </dgm:t>
    </dgm:pt>
    <dgm:pt modelId="{38CFDFA1-3C87-468E-A7DC-6E2055D1201E}" type="parTrans" cxnId="{88078ABD-DB2A-4FCA-A724-46E68E8821F2}">
      <dgm:prSet/>
      <dgm:spPr/>
      <dgm:t>
        <a:bodyPr/>
        <a:lstStyle/>
        <a:p>
          <a:endParaRPr lang="en-GB"/>
        </a:p>
      </dgm:t>
    </dgm:pt>
    <dgm:pt modelId="{D323EE05-4198-4974-A91A-AD8A449A190F}" type="sibTrans" cxnId="{88078ABD-DB2A-4FCA-A724-46E68E8821F2}">
      <dgm:prSet/>
      <dgm:spPr/>
      <dgm:t>
        <a:bodyPr/>
        <a:lstStyle/>
        <a:p>
          <a:endParaRPr lang="en-GB"/>
        </a:p>
      </dgm:t>
    </dgm:pt>
    <dgm:pt modelId="{406836C2-C6EC-4F54-9005-E0279D578E70}">
      <dgm:prSet phldr="0"/>
      <dgm:spPr/>
      <dgm:t>
        <a:bodyPr/>
        <a:lstStyle/>
        <a:p>
          <a:pPr rtl="0"/>
          <a:r>
            <a:rPr lang="en-GB" sz="1800">
              <a:latin typeface="DM Serif Display"/>
            </a:rPr>
            <a:t>Handled Missing Values</a:t>
          </a:r>
        </a:p>
      </dgm:t>
    </dgm:pt>
    <dgm:pt modelId="{750EBCD6-642C-4048-9BE8-464A75E294D2}" type="parTrans" cxnId="{84C85347-0854-4105-8A81-F95653F14AEA}">
      <dgm:prSet/>
      <dgm:spPr/>
    </dgm:pt>
    <dgm:pt modelId="{ACDCAF59-9215-4062-9A18-876E6CFB456D}" type="sibTrans" cxnId="{84C85347-0854-4105-8A81-F95653F14AEA}">
      <dgm:prSet/>
      <dgm:spPr/>
    </dgm:pt>
    <dgm:pt modelId="{EED2166D-802F-420C-88CE-014744566EFE}">
      <dgm:prSet phldr="0"/>
      <dgm:spPr/>
      <dgm:t>
        <a:bodyPr/>
        <a:lstStyle/>
        <a:p>
          <a:pPr rtl="0"/>
          <a:r>
            <a:rPr lang="en-GB" sz="1800">
              <a:latin typeface="DM Serif Display"/>
            </a:rPr>
            <a:t>Dealt with Multi-Valued Tracks</a:t>
          </a:r>
        </a:p>
      </dgm:t>
    </dgm:pt>
    <dgm:pt modelId="{79F3D6E4-F920-400A-8655-37953F5C1AD2}" type="parTrans" cxnId="{85C98F57-1D42-418B-A26F-7B571DC86F18}">
      <dgm:prSet/>
      <dgm:spPr/>
    </dgm:pt>
    <dgm:pt modelId="{156561F9-8A21-4C3A-99E6-B1781678FB39}" type="sibTrans" cxnId="{85C98F57-1D42-418B-A26F-7B571DC86F18}">
      <dgm:prSet/>
      <dgm:spPr/>
    </dgm:pt>
    <dgm:pt modelId="{6ABE300F-4688-4C50-B1C3-4FCC7FBB368B}" type="pres">
      <dgm:prSet presAssocID="{FB6BFB8F-1075-46F7-92D2-8B70CC0C8556}" presName="Name0" presStyleCnt="0">
        <dgm:presLayoutVars>
          <dgm:dir/>
          <dgm:animLvl val="lvl"/>
          <dgm:resizeHandles val="exact"/>
        </dgm:presLayoutVars>
      </dgm:prSet>
      <dgm:spPr/>
    </dgm:pt>
    <dgm:pt modelId="{93845532-9B8A-41CD-9EAB-23582810B7C7}" type="pres">
      <dgm:prSet presAssocID="{41AA8A41-2412-44C6-99E9-98C885C51003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79E3A74C-8AAA-4248-873C-2BC3E49080A6}" type="pres">
      <dgm:prSet presAssocID="{EB853E0F-5BF4-4F36-ADEE-124283D05971}" presName="parTxOnlySpace" presStyleCnt="0"/>
      <dgm:spPr/>
    </dgm:pt>
    <dgm:pt modelId="{B7B77CAE-54B2-4C40-A889-AA8EBCE12036}" type="pres">
      <dgm:prSet presAssocID="{406836C2-C6EC-4F54-9005-E0279D578E70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BEA9DD92-64FF-44C2-B0F2-C2AEED159E3D}" type="pres">
      <dgm:prSet presAssocID="{ACDCAF59-9215-4062-9A18-876E6CFB456D}" presName="parTxOnlySpace" presStyleCnt="0"/>
      <dgm:spPr/>
    </dgm:pt>
    <dgm:pt modelId="{D0614207-41EE-48CC-9CA0-8B1B8772E516}" type="pres">
      <dgm:prSet presAssocID="{EED2166D-802F-420C-88CE-014744566EFE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B0359CBD-0D78-4A7D-90BA-3BF7B92B8446}" type="pres">
      <dgm:prSet presAssocID="{156561F9-8A21-4C3A-99E6-B1781678FB39}" presName="parTxOnlySpace" presStyleCnt="0"/>
      <dgm:spPr/>
    </dgm:pt>
    <dgm:pt modelId="{312B9784-A770-4957-9DDD-7EBAD62DFFA2}" type="pres">
      <dgm:prSet presAssocID="{C4615342-A62E-4234-B45C-7469B8D16857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60A85865-FAAF-47C5-9BCD-032C0F0BD3E8}" type="pres">
      <dgm:prSet presAssocID="{F0534817-E42D-4E26-B536-578D001072DE}" presName="parTxOnlySpace" presStyleCnt="0"/>
      <dgm:spPr/>
    </dgm:pt>
    <dgm:pt modelId="{92863ACE-C7E3-4793-B59B-3EBEB3BF9275}" type="pres">
      <dgm:prSet presAssocID="{9696591E-C3B3-4EB3-B73A-33A8FE6DF9C6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D667593C-4DBC-459B-8B74-DFD83DD67CF8}" type="presOf" srcId="{EED2166D-802F-420C-88CE-014744566EFE}" destId="{D0614207-41EE-48CC-9CA0-8B1B8772E516}" srcOrd="0" destOrd="0" presId="urn:microsoft.com/office/officeart/2005/8/layout/chevron1"/>
    <dgm:cxn modelId="{6EE08864-9E0A-4678-ABA7-B169F5FD61B2}" type="presOf" srcId="{9696591E-C3B3-4EB3-B73A-33A8FE6DF9C6}" destId="{92863ACE-C7E3-4793-B59B-3EBEB3BF9275}" srcOrd="0" destOrd="0" presId="urn:microsoft.com/office/officeart/2005/8/layout/chevron1"/>
    <dgm:cxn modelId="{84C85347-0854-4105-8A81-F95653F14AEA}" srcId="{FB6BFB8F-1075-46F7-92D2-8B70CC0C8556}" destId="{406836C2-C6EC-4F54-9005-E0279D578E70}" srcOrd="1" destOrd="0" parTransId="{750EBCD6-642C-4048-9BE8-464A75E294D2}" sibTransId="{ACDCAF59-9215-4062-9A18-876E6CFB456D}"/>
    <dgm:cxn modelId="{FAC46D4B-4281-4717-81B0-DA6C401FCD3C}" type="presOf" srcId="{FB6BFB8F-1075-46F7-92D2-8B70CC0C8556}" destId="{6ABE300F-4688-4C50-B1C3-4FCC7FBB368B}" srcOrd="0" destOrd="0" presId="urn:microsoft.com/office/officeart/2005/8/layout/chevron1"/>
    <dgm:cxn modelId="{85C98F57-1D42-418B-A26F-7B571DC86F18}" srcId="{FB6BFB8F-1075-46F7-92D2-8B70CC0C8556}" destId="{EED2166D-802F-420C-88CE-014744566EFE}" srcOrd="2" destOrd="0" parTransId="{79F3D6E4-F920-400A-8655-37953F5C1AD2}" sibTransId="{156561F9-8A21-4C3A-99E6-B1781678FB39}"/>
    <dgm:cxn modelId="{6EC0BFA6-D24F-4AA7-ADC7-39A46754E2E4}" type="presOf" srcId="{41AA8A41-2412-44C6-99E9-98C885C51003}" destId="{93845532-9B8A-41CD-9EAB-23582810B7C7}" srcOrd="0" destOrd="0" presId="urn:microsoft.com/office/officeart/2005/8/layout/chevron1"/>
    <dgm:cxn modelId="{88078ABD-DB2A-4FCA-A724-46E68E8821F2}" srcId="{FB6BFB8F-1075-46F7-92D2-8B70CC0C8556}" destId="{9696591E-C3B3-4EB3-B73A-33A8FE6DF9C6}" srcOrd="4" destOrd="0" parTransId="{38CFDFA1-3C87-468E-A7DC-6E2055D1201E}" sibTransId="{D323EE05-4198-4974-A91A-AD8A449A190F}"/>
    <dgm:cxn modelId="{C18BF3CE-FC3B-4F37-82EA-14D25671C76E}" type="presOf" srcId="{406836C2-C6EC-4F54-9005-E0279D578E70}" destId="{B7B77CAE-54B2-4C40-A889-AA8EBCE12036}" srcOrd="0" destOrd="0" presId="urn:microsoft.com/office/officeart/2005/8/layout/chevron1"/>
    <dgm:cxn modelId="{01BB4DD0-B809-4661-B37A-0C713E975CED}" type="presOf" srcId="{C4615342-A62E-4234-B45C-7469B8D16857}" destId="{312B9784-A770-4957-9DDD-7EBAD62DFFA2}" srcOrd="0" destOrd="0" presId="urn:microsoft.com/office/officeart/2005/8/layout/chevron1"/>
    <dgm:cxn modelId="{409386D2-3E9A-4DB5-9CCD-52DFFC93DE75}" srcId="{FB6BFB8F-1075-46F7-92D2-8B70CC0C8556}" destId="{41AA8A41-2412-44C6-99E9-98C885C51003}" srcOrd="0" destOrd="0" parTransId="{5EE7C75E-AADC-43E7-BE08-3FA2E8A21E11}" sibTransId="{EB853E0F-5BF4-4F36-ADEE-124283D05971}"/>
    <dgm:cxn modelId="{779472FD-9D8A-4155-A87F-07B2DE52D6D1}" srcId="{FB6BFB8F-1075-46F7-92D2-8B70CC0C8556}" destId="{C4615342-A62E-4234-B45C-7469B8D16857}" srcOrd="3" destOrd="0" parTransId="{17E8E31E-DF4F-4741-B4DE-B4EAC847CAAB}" sibTransId="{F0534817-E42D-4E26-B536-578D001072DE}"/>
    <dgm:cxn modelId="{534E0990-5B8D-4774-A481-61D658B36CE9}" type="presParOf" srcId="{6ABE300F-4688-4C50-B1C3-4FCC7FBB368B}" destId="{93845532-9B8A-41CD-9EAB-23582810B7C7}" srcOrd="0" destOrd="0" presId="urn:microsoft.com/office/officeart/2005/8/layout/chevron1"/>
    <dgm:cxn modelId="{032FC6C0-2485-4A01-B363-65532AFD0DB2}" type="presParOf" srcId="{6ABE300F-4688-4C50-B1C3-4FCC7FBB368B}" destId="{79E3A74C-8AAA-4248-873C-2BC3E49080A6}" srcOrd="1" destOrd="0" presId="urn:microsoft.com/office/officeart/2005/8/layout/chevron1"/>
    <dgm:cxn modelId="{C7406C45-44E5-4808-8EFE-6C4D52240DB2}" type="presParOf" srcId="{6ABE300F-4688-4C50-B1C3-4FCC7FBB368B}" destId="{B7B77CAE-54B2-4C40-A889-AA8EBCE12036}" srcOrd="2" destOrd="0" presId="urn:microsoft.com/office/officeart/2005/8/layout/chevron1"/>
    <dgm:cxn modelId="{F7639BB9-6D45-4D6C-AAD6-1A8A27410F5A}" type="presParOf" srcId="{6ABE300F-4688-4C50-B1C3-4FCC7FBB368B}" destId="{BEA9DD92-64FF-44C2-B0F2-C2AEED159E3D}" srcOrd="3" destOrd="0" presId="urn:microsoft.com/office/officeart/2005/8/layout/chevron1"/>
    <dgm:cxn modelId="{C2542D9C-78D8-40CD-8E97-183322A69A7A}" type="presParOf" srcId="{6ABE300F-4688-4C50-B1C3-4FCC7FBB368B}" destId="{D0614207-41EE-48CC-9CA0-8B1B8772E516}" srcOrd="4" destOrd="0" presId="urn:microsoft.com/office/officeart/2005/8/layout/chevron1"/>
    <dgm:cxn modelId="{670B5E8F-6170-4AF7-B911-3F206B74EB74}" type="presParOf" srcId="{6ABE300F-4688-4C50-B1C3-4FCC7FBB368B}" destId="{B0359CBD-0D78-4A7D-90BA-3BF7B92B8446}" srcOrd="5" destOrd="0" presId="urn:microsoft.com/office/officeart/2005/8/layout/chevron1"/>
    <dgm:cxn modelId="{F47218CC-8A64-41AE-A75F-DEF20C87DC32}" type="presParOf" srcId="{6ABE300F-4688-4C50-B1C3-4FCC7FBB368B}" destId="{312B9784-A770-4957-9DDD-7EBAD62DFFA2}" srcOrd="6" destOrd="0" presId="urn:microsoft.com/office/officeart/2005/8/layout/chevron1"/>
    <dgm:cxn modelId="{DFE361FC-7B0C-4124-BAA7-AECC1E45E1DE}" type="presParOf" srcId="{6ABE300F-4688-4C50-B1C3-4FCC7FBB368B}" destId="{60A85865-FAAF-47C5-9BCD-032C0F0BD3E8}" srcOrd="7" destOrd="0" presId="urn:microsoft.com/office/officeart/2005/8/layout/chevron1"/>
    <dgm:cxn modelId="{10B2D617-3BE2-4A46-99B5-F654A7F676C3}" type="presParOf" srcId="{6ABE300F-4688-4C50-B1C3-4FCC7FBB368B}" destId="{92863ACE-C7E3-4793-B59B-3EBEB3BF9275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29D7C2D-9EAD-4ADB-AB0F-1964B6A406FE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3F7706B-A01D-4F57-A457-53B0B2A169A5}">
      <dgm:prSet phldrT="[Text]" phldr="0"/>
      <dgm:spPr/>
      <dgm:t>
        <a:bodyPr/>
        <a:lstStyle/>
        <a:p>
          <a:pPr rtl="0"/>
          <a:r>
            <a:rPr lang="en-US">
              <a:latin typeface="DM Serif Display"/>
            </a:rPr>
            <a:t>Remove duplicate Track IDs</a:t>
          </a:r>
          <a:endParaRPr lang="en-US"/>
        </a:p>
      </dgm:t>
    </dgm:pt>
    <dgm:pt modelId="{B825161D-F310-47D7-8BBC-9B374FCB125F}" type="parTrans" cxnId="{DB65914E-9679-410C-83D6-419065B6DCD2}">
      <dgm:prSet/>
      <dgm:spPr/>
      <dgm:t>
        <a:bodyPr/>
        <a:lstStyle/>
        <a:p>
          <a:endParaRPr lang="en-US"/>
        </a:p>
      </dgm:t>
    </dgm:pt>
    <dgm:pt modelId="{558F54C7-D994-4D93-B370-AD8BF4FCBF80}" type="sibTrans" cxnId="{DB65914E-9679-410C-83D6-419065B6DCD2}">
      <dgm:prSet/>
      <dgm:spPr/>
      <dgm:t>
        <a:bodyPr/>
        <a:lstStyle/>
        <a:p>
          <a:endParaRPr lang="en-US"/>
        </a:p>
      </dgm:t>
    </dgm:pt>
    <dgm:pt modelId="{B02080F7-D798-417C-842C-42BAAD150441}">
      <dgm:prSet phldrT="[Text]" phldr="0"/>
      <dgm:spPr/>
      <dgm:t>
        <a:bodyPr/>
        <a:lstStyle/>
        <a:p>
          <a:pPr rtl="0"/>
          <a:r>
            <a:rPr lang="en-US">
              <a:latin typeface="DM Serif Display"/>
            </a:rPr>
            <a:t>Remove duplicates when Song name, Album and Artists align</a:t>
          </a:r>
          <a:endParaRPr lang="en-US"/>
        </a:p>
      </dgm:t>
    </dgm:pt>
    <dgm:pt modelId="{82DEC577-C5B0-4026-8613-148E7460BBE9}" type="parTrans" cxnId="{A2F8E566-28B2-4D2C-8C38-499458650132}">
      <dgm:prSet/>
      <dgm:spPr/>
      <dgm:t>
        <a:bodyPr/>
        <a:lstStyle/>
        <a:p>
          <a:endParaRPr lang="en-US"/>
        </a:p>
      </dgm:t>
    </dgm:pt>
    <dgm:pt modelId="{8E13060F-1019-4516-8713-C9F103CD49CB}" type="sibTrans" cxnId="{A2F8E566-28B2-4D2C-8C38-499458650132}">
      <dgm:prSet/>
      <dgm:spPr/>
      <dgm:t>
        <a:bodyPr/>
        <a:lstStyle/>
        <a:p>
          <a:endParaRPr lang="en-US"/>
        </a:p>
      </dgm:t>
    </dgm:pt>
    <dgm:pt modelId="{54CE487C-09BB-448B-A909-49B602834D57}">
      <dgm:prSet phldrT="[Text]" phldr="0"/>
      <dgm:spPr/>
      <dgm:t>
        <a:bodyPr/>
        <a:lstStyle/>
        <a:p>
          <a:pPr rtl="0"/>
          <a:r>
            <a:rPr lang="en-US">
              <a:latin typeface="DM Serif Display"/>
            </a:rPr>
            <a:t>Remove duplicates when numerical Song profile is aligned (numerical features)</a:t>
          </a:r>
          <a:endParaRPr lang="en-US"/>
        </a:p>
      </dgm:t>
    </dgm:pt>
    <dgm:pt modelId="{1FED58B3-38EC-48D9-85CA-927226880D36}" type="parTrans" cxnId="{5853C313-3742-497D-86BC-A44A77E1F7DB}">
      <dgm:prSet/>
      <dgm:spPr/>
      <dgm:t>
        <a:bodyPr/>
        <a:lstStyle/>
        <a:p>
          <a:endParaRPr lang="en-US"/>
        </a:p>
      </dgm:t>
    </dgm:pt>
    <dgm:pt modelId="{0F33089B-5768-48FB-B25C-75137454EAF1}" type="sibTrans" cxnId="{5853C313-3742-497D-86BC-A44A77E1F7DB}">
      <dgm:prSet/>
      <dgm:spPr/>
      <dgm:t>
        <a:bodyPr/>
        <a:lstStyle/>
        <a:p>
          <a:endParaRPr lang="en-US"/>
        </a:p>
      </dgm:t>
    </dgm:pt>
    <dgm:pt modelId="{4B0AF561-1B6D-4A1D-96AF-CCA1BCE4ABED}" type="pres">
      <dgm:prSet presAssocID="{029D7C2D-9EAD-4ADB-AB0F-1964B6A406FE}" presName="CompostProcess" presStyleCnt="0">
        <dgm:presLayoutVars>
          <dgm:dir/>
          <dgm:resizeHandles val="exact"/>
        </dgm:presLayoutVars>
      </dgm:prSet>
      <dgm:spPr/>
    </dgm:pt>
    <dgm:pt modelId="{A4033586-FF74-45E0-8208-487DCD29BFE4}" type="pres">
      <dgm:prSet presAssocID="{029D7C2D-9EAD-4ADB-AB0F-1964B6A406FE}" presName="arrow" presStyleLbl="bgShp" presStyleIdx="0" presStyleCnt="1"/>
      <dgm:spPr/>
    </dgm:pt>
    <dgm:pt modelId="{F2F88E42-A5A3-48A1-8711-15104A5A2398}" type="pres">
      <dgm:prSet presAssocID="{029D7C2D-9EAD-4ADB-AB0F-1964B6A406FE}" presName="linearProcess" presStyleCnt="0"/>
      <dgm:spPr/>
    </dgm:pt>
    <dgm:pt modelId="{2F44B24C-7995-4BCB-BD48-0899217E2D6D}" type="pres">
      <dgm:prSet presAssocID="{93F7706B-A01D-4F57-A457-53B0B2A169A5}" presName="textNode" presStyleLbl="node1" presStyleIdx="0" presStyleCnt="3">
        <dgm:presLayoutVars>
          <dgm:bulletEnabled val="1"/>
        </dgm:presLayoutVars>
      </dgm:prSet>
      <dgm:spPr/>
    </dgm:pt>
    <dgm:pt modelId="{387A9769-E7C0-4598-85DD-59DBC80772E5}" type="pres">
      <dgm:prSet presAssocID="{558F54C7-D994-4D93-B370-AD8BF4FCBF80}" presName="sibTrans" presStyleCnt="0"/>
      <dgm:spPr/>
    </dgm:pt>
    <dgm:pt modelId="{20137357-8076-4CDD-BA1F-6866712DF84C}" type="pres">
      <dgm:prSet presAssocID="{B02080F7-D798-417C-842C-42BAAD150441}" presName="textNode" presStyleLbl="node1" presStyleIdx="1" presStyleCnt="3">
        <dgm:presLayoutVars>
          <dgm:bulletEnabled val="1"/>
        </dgm:presLayoutVars>
      </dgm:prSet>
      <dgm:spPr/>
    </dgm:pt>
    <dgm:pt modelId="{F9643DC6-519B-401D-A639-485D091148DF}" type="pres">
      <dgm:prSet presAssocID="{8E13060F-1019-4516-8713-C9F103CD49CB}" presName="sibTrans" presStyleCnt="0"/>
      <dgm:spPr/>
    </dgm:pt>
    <dgm:pt modelId="{57DFB03C-D999-499E-B96E-0E0FEA108DFA}" type="pres">
      <dgm:prSet presAssocID="{54CE487C-09BB-448B-A909-49B602834D57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5853C313-3742-497D-86BC-A44A77E1F7DB}" srcId="{029D7C2D-9EAD-4ADB-AB0F-1964B6A406FE}" destId="{54CE487C-09BB-448B-A909-49B602834D57}" srcOrd="2" destOrd="0" parTransId="{1FED58B3-38EC-48D9-85CA-927226880D36}" sibTransId="{0F33089B-5768-48FB-B25C-75137454EAF1}"/>
    <dgm:cxn modelId="{29E44815-C449-4728-B7B9-6713D4D4452D}" type="presOf" srcId="{029D7C2D-9EAD-4ADB-AB0F-1964B6A406FE}" destId="{4B0AF561-1B6D-4A1D-96AF-CCA1BCE4ABED}" srcOrd="0" destOrd="0" presId="urn:microsoft.com/office/officeart/2005/8/layout/hProcess9"/>
    <dgm:cxn modelId="{73D0363A-202E-4E04-ACEE-A9AA5EBF47DD}" type="presOf" srcId="{93F7706B-A01D-4F57-A457-53B0B2A169A5}" destId="{2F44B24C-7995-4BCB-BD48-0899217E2D6D}" srcOrd="0" destOrd="0" presId="urn:microsoft.com/office/officeart/2005/8/layout/hProcess9"/>
    <dgm:cxn modelId="{A2F8E566-28B2-4D2C-8C38-499458650132}" srcId="{029D7C2D-9EAD-4ADB-AB0F-1964B6A406FE}" destId="{B02080F7-D798-417C-842C-42BAAD150441}" srcOrd="1" destOrd="0" parTransId="{82DEC577-C5B0-4026-8613-148E7460BBE9}" sibTransId="{8E13060F-1019-4516-8713-C9F103CD49CB}"/>
    <dgm:cxn modelId="{DB65914E-9679-410C-83D6-419065B6DCD2}" srcId="{029D7C2D-9EAD-4ADB-AB0F-1964B6A406FE}" destId="{93F7706B-A01D-4F57-A457-53B0B2A169A5}" srcOrd="0" destOrd="0" parTransId="{B825161D-F310-47D7-8BBC-9B374FCB125F}" sibTransId="{558F54C7-D994-4D93-B370-AD8BF4FCBF80}"/>
    <dgm:cxn modelId="{8149DF9B-1EF4-4A2A-94EB-C3570BE047AE}" type="presOf" srcId="{B02080F7-D798-417C-842C-42BAAD150441}" destId="{20137357-8076-4CDD-BA1F-6866712DF84C}" srcOrd="0" destOrd="0" presId="urn:microsoft.com/office/officeart/2005/8/layout/hProcess9"/>
    <dgm:cxn modelId="{389C0B9E-5686-4E2E-9469-12F8550BD664}" type="presOf" srcId="{54CE487C-09BB-448B-A909-49B602834D57}" destId="{57DFB03C-D999-499E-B96E-0E0FEA108DFA}" srcOrd="0" destOrd="0" presId="urn:microsoft.com/office/officeart/2005/8/layout/hProcess9"/>
    <dgm:cxn modelId="{9DF65A38-EB70-406A-A26B-DF65AE3BE56C}" type="presParOf" srcId="{4B0AF561-1B6D-4A1D-96AF-CCA1BCE4ABED}" destId="{A4033586-FF74-45E0-8208-487DCD29BFE4}" srcOrd="0" destOrd="0" presId="urn:microsoft.com/office/officeart/2005/8/layout/hProcess9"/>
    <dgm:cxn modelId="{A627D5BD-F526-4242-BB7E-1BDCE72FDEA8}" type="presParOf" srcId="{4B0AF561-1B6D-4A1D-96AF-CCA1BCE4ABED}" destId="{F2F88E42-A5A3-48A1-8711-15104A5A2398}" srcOrd="1" destOrd="0" presId="urn:microsoft.com/office/officeart/2005/8/layout/hProcess9"/>
    <dgm:cxn modelId="{3B6D9153-2E3F-4C23-997F-A5E3A1709EEB}" type="presParOf" srcId="{F2F88E42-A5A3-48A1-8711-15104A5A2398}" destId="{2F44B24C-7995-4BCB-BD48-0899217E2D6D}" srcOrd="0" destOrd="0" presId="urn:microsoft.com/office/officeart/2005/8/layout/hProcess9"/>
    <dgm:cxn modelId="{01F3F89D-42A7-4386-A9EA-D3CB3C288CA4}" type="presParOf" srcId="{F2F88E42-A5A3-48A1-8711-15104A5A2398}" destId="{387A9769-E7C0-4598-85DD-59DBC80772E5}" srcOrd="1" destOrd="0" presId="urn:microsoft.com/office/officeart/2005/8/layout/hProcess9"/>
    <dgm:cxn modelId="{A62D7A6A-32DC-4363-97C4-810896A1BA70}" type="presParOf" srcId="{F2F88E42-A5A3-48A1-8711-15104A5A2398}" destId="{20137357-8076-4CDD-BA1F-6866712DF84C}" srcOrd="2" destOrd="0" presId="urn:microsoft.com/office/officeart/2005/8/layout/hProcess9"/>
    <dgm:cxn modelId="{28BCFE43-3C64-4793-BB83-D0E93270D2CD}" type="presParOf" srcId="{F2F88E42-A5A3-48A1-8711-15104A5A2398}" destId="{F9643DC6-519B-401D-A639-485D091148DF}" srcOrd="3" destOrd="0" presId="urn:microsoft.com/office/officeart/2005/8/layout/hProcess9"/>
    <dgm:cxn modelId="{36AE7A15-77CC-4554-8869-478ED2116DC4}" type="presParOf" srcId="{F2F88E42-A5A3-48A1-8711-15104A5A2398}" destId="{57DFB03C-D999-499E-B96E-0E0FEA108DFA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75E060D-C591-4645-B4BB-7CBB6C829AF3}" type="doc">
      <dgm:prSet loTypeId="urn:microsoft.com/office/officeart/2005/8/layout/venn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C416FC-50B7-4F07-B366-EFA9C9148AD1}">
      <dgm:prSet phldrT="[Text]" phldr="0"/>
      <dgm:spPr/>
      <dgm:t>
        <a:bodyPr/>
        <a:lstStyle/>
        <a:p>
          <a:pPr rtl="0"/>
          <a:r>
            <a:rPr lang="en-US">
              <a:latin typeface="DM Serif Display"/>
            </a:rPr>
            <a:t>Track name</a:t>
          </a:r>
          <a:endParaRPr lang="en-US"/>
        </a:p>
      </dgm:t>
    </dgm:pt>
    <dgm:pt modelId="{34802E02-BB05-4D55-A29B-456BC4DC4BFB}" type="parTrans" cxnId="{B72CDB60-8C76-4E85-BE36-C4B646038909}">
      <dgm:prSet/>
      <dgm:spPr/>
      <dgm:t>
        <a:bodyPr/>
        <a:lstStyle/>
        <a:p>
          <a:endParaRPr lang="en-US"/>
        </a:p>
      </dgm:t>
    </dgm:pt>
    <dgm:pt modelId="{65AB5FA4-CCBC-4B17-96A4-AC47350F3194}" type="sibTrans" cxnId="{B72CDB60-8C76-4E85-BE36-C4B646038909}">
      <dgm:prSet/>
      <dgm:spPr/>
      <dgm:t>
        <a:bodyPr/>
        <a:lstStyle/>
        <a:p>
          <a:endParaRPr lang="en-US"/>
        </a:p>
      </dgm:t>
    </dgm:pt>
    <dgm:pt modelId="{53234BE5-53D1-4B9B-B2EE-BCF67906F827}">
      <dgm:prSet phldrT="[Text]" phldr="0"/>
      <dgm:spPr/>
      <dgm:t>
        <a:bodyPr/>
        <a:lstStyle/>
        <a:p>
          <a:pPr rtl="0"/>
          <a:r>
            <a:rPr lang="en-US">
              <a:latin typeface="DM Serif Display"/>
            </a:rPr>
            <a:t>Song name</a:t>
          </a:r>
          <a:endParaRPr lang="en-US"/>
        </a:p>
      </dgm:t>
    </dgm:pt>
    <dgm:pt modelId="{04338FD8-9F9B-462A-BC95-D3934E468E76}" type="parTrans" cxnId="{50A9B99A-9924-447F-8F0B-44CDBD0C92E8}">
      <dgm:prSet/>
      <dgm:spPr/>
      <dgm:t>
        <a:bodyPr/>
        <a:lstStyle/>
        <a:p>
          <a:endParaRPr lang="en-US"/>
        </a:p>
      </dgm:t>
    </dgm:pt>
    <dgm:pt modelId="{304ADB5F-5354-47E5-90F0-C16955DF5159}" type="sibTrans" cxnId="{50A9B99A-9924-447F-8F0B-44CDBD0C92E8}">
      <dgm:prSet/>
      <dgm:spPr/>
      <dgm:t>
        <a:bodyPr/>
        <a:lstStyle/>
        <a:p>
          <a:endParaRPr lang="en-US"/>
        </a:p>
      </dgm:t>
    </dgm:pt>
    <dgm:pt modelId="{0F56FD90-8C00-4E85-9850-8851E9480321}">
      <dgm:prSet phldrT="[Text]" phldr="0"/>
      <dgm:spPr/>
      <dgm:t>
        <a:bodyPr/>
        <a:lstStyle/>
        <a:p>
          <a:pPr rtl="0"/>
          <a:r>
            <a:rPr lang="en-US">
              <a:latin typeface="DM Serif Display"/>
            </a:rPr>
            <a:t>Album name</a:t>
          </a:r>
          <a:endParaRPr lang="en-US"/>
        </a:p>
      </dgm:t>
    </dgm:pt>
    <dgm:pt modelId="{91F49EA5-CDE2-4CA9-B120-388E87E8D709}" type="parTrans" cxnId="{7DE76D8C-7CE0-4D42-999A-7E8F5C9D9C58}">
      <dgm:prSet/>
      <dgm:spPr/>
      <dgm:t>
        <a:bodyPr/>
        <a:lstStyle/>
        <a:p>
          <a:endParaRPr lang="en-US"/>
        </a:p>
      </dgm:t>
    </dgm:pt>
    <dgm:pt modelId="{31382CCB-1E6C-4F12-8659-E72F4C344D54}" type="sibTrans" cxnId="{7DE76D8C-7CE0-4D42-999A-7E8F5C9D9C58}">
      <dgm:prSet/>
      <dgm:spPr/>
      <dgm:t>
        <a:bodyPr/>
        <a:lstStyle/>
        <a:p>
          <a:endParaRPr lang="en-US"/>
        </a:p>
      </dgm:t>
    </dgm:pt>
    <dgm:pt modelId="{214139EE-4B34-4EA5-9B21-8D5C00049747}">
      <dgm:prSet phldrT="[Text]" phldr="0"/>
      <dgm:spPr/>
      <dgm:t>
        <a:bodyPr/>
        <a:lstStyle/>
        <a:p>
          <a:pPr rtl="0"/>
          <a:r>
            <a:rPr lang="en-US">
              <a:latin typeface="DM Serif Display"/>
            </a:rPr>
            <a:t>Track genre</a:t>
          </a:r>
          <a:endParaRPr lang="en-US"/>
        </a:p>
      </dgm:t>
    </dgm:pt>
    <dgm:pt modelId="{A3459448-2B4A-4A90-8214-E84BC216BD7D}" type="parTrans" cxnId="{2C2DE20E-74F1-483C-8D37-F1F43C180848}">
      <dgm:prSet/>
      <dgm:spPr/>
      <dgm:t>
        <a:bodyPr/>
        <a:lstStyle/>
        <a:p>
          <a:endParaRPr lang="en-US"/>
        </a:p>
      </dgm:t>
    </dgm:pt>
    <dgm:pt modelId="{196EF517-9D40-4ACC-9F29-6DEB12903075}" type="sibTrans" cxnId="{2C2DE20E-74F1-483C-8D37-F1F43C180848}">
      <dgm:prSet/>
      <dgm:spPr/>
      <dgm:t>
        <a:bodyPr/>
        <a:lstStyle/>
        <a:p>
          <a:endParaRPr lang="en-US"/>
        </a:p>
      </dgm:t>
    </dgm:pt>
    <dgm:pt modelId="{BF1F1910-6DB4-4341-8D8D-4C1471819CE8}">
      <dgm:prSet phldr="0"/>
      <dgm:spPr/>
      <dgm:t>
        <a:bodyPr/>
        <a:lstStyle/>
        <a:p>
          <a:pPr rtl="0"/>
          <a:r>
            <a:rPr lang="en-US">
              <a:latin typeface="DM Serif Display"/>
            </a:rPr>
            <a:t>Danceability </a:t>
          </a:r>
        </a:p>
      </dgm:t>
    </dgm:pt>
    <dgm:pt modelId="{9AE152FD-87C7-4620-B0F4-A0158A603EE1}" type="parTrans" cxnId="{34A7EC68-6F81-4436-9A7F-49623C046A56}">
      <dgm:prSet/>
      <dgm:spPr/>
    </dgm:pt>
    <dgm:pt modelId="{60E8F4E2-F41C-4679-971C-4DB5CBE4FFF7}" type="sibTrans" cxnId="{34A7EC68-6F81-4436-9A7F-49623C046A56}">
      <dgm:prSet/>
      <dgm:spPr/>
    </dgm:pt>
    <dgm:pt modelId="{C859C138-255B-46FF-B4FD-67BCFE142D71}">
      <dgm:prSet phldr="0"/>
      <dgm:spPr/>
      <dgm:t>
        <a:bodyPr/>
        <a:lstStyle/>
        <a:p>
          <a:r>
            <a:rPr lang="en-US">
              <a:latin typeface="DM Serif Display"/>
            </a:rPr>
            <a:t>Popularity</a:t>
          </a:r>
        </a:p>
      </dgm:t>
    </dgm:pt>
    <dgm:pt modelId="{79C35536-FCB7-4066-AA43-B7E1DA4166F7}" type="parTrans" cxnId="{B37F48A5-907C-415D-BD5A-8A20C7A81027}">
      <dgm:prSet/>
      <dgm:spPr/>
    </dgm:pt>
    <dgm:pt modelId="{388F3271-714F-48BF-A42F-C3A2C3F32423}" type="sibTrans" cxnId="{B37F48A5-907C-415D-BD5A-8A20C7A81027}">
      <dgm:prSet/>
      <dgm:spPr/>
    </dgm:pt>
    <dgm:pt modelId="{0C566674-3740-44BD-A789-A08D08C06D0B}">
      <dgm:prSet phldr="0"/>
      <dgm:spPr/>
      <dgm:t>
        <a:bodyPr/>
        <a:lstStyle/>
        <a:p>
          <a:r>
            <a:rPr lang="en-US">
              <a:latin typeface="DM Serif Display"/>
            </a:rPr>
            <a:t>Liveness</a:t>
          </a:r>
        </a:p>
      </dgm:t>
    </dgm:pt>
    <dgm:pt modelId="{12774F79-CBE4-4E06-8459-BFA4CB6601F6}" type="parTrans" cxnId="{E133BEB3-3E0D-4CA2-B224-6C76C9F83BE0}">
      <dgm:prSet/>
      <dgm:spPr/>
    </dgm:pt>
    <dgm:pt modelId="{6D7DF71D-8D5E-412B-BB72-884F747FEFE8}" type="sibTrans" cxnId="{E133BEB3-3E0D-4CA2-B224-6C76C9F83BE0}">
      <dgm:prSet/>
      <dgm:spPr/>
    </dgm:pt>
    <dgm:pt modelId="{7B220708-C114-4642-A469-2703786D8149}">
      <dgm:prSet phldr="0"/>
      <dgm:spPr/>
      <dgm:t>
        <a:bodyPr/>
        <a:lstStyle/>
        <a:p>
          <a:r>
            <a:rPr lang="en-US">
              <a:latin typeface="DM Serif Display"/>
            </a:rPr>
            <a:t>Tempo</a:t>
          </a:r>
        </a:p>
      </dgm:t>
    </dgm:pt>
    <dgm:pt modelId="{F95D2F55-261E-4D3F-A4DE-1BC198A7905C}" type="parTrans" cxnId="{B8223E13-DE1E-4B50-9514-3965A372BD58}">
      <dgm:prSet/>
      <dgm:spPr/>
    </dgm:pt>
    <dgm:pt modelId="{5BA6239E-375D-418D-A312-8D2C5EBF0FCC}" type="sibTrans" cxnId="{B8223E13-DE1E-4B50-9514-3965A372BD58}">
      <dgm:prSet/>
      <dgm:spPr/>
    </dgm:pt>
    <dgm:pt modelId="{9C328669-EAEF-46FB-B62A-6C651AA855F0}" type="pres">
      <dgm:prSet presAssocID="{475E060D-C591-4645-B4BB-7CBB6C829AF3}" presName="Name0" presStyleCnt="0">
        <dgm:presLayoutVars>
          <dgm:dir/>
          <dgm:resizeHandles val="exact"/>
        </dgm:presLayoutVars>
      </dgm:prSet>
      <dgm:spPr/>
    </dgm:pt>
    <dgm:pt modelId="{8EE59DA7-C392-4FFD-888B-A5AB26B3C6B8}" type="pres">
      <dgm:prSet presAssocID="{E0C416FC-50B7-4F07-B366-EFA9C9148AD1}" presName="Name5" presStyleLbl="vennNode1" presStyleIdx="0" presStyleCnt="8">
        <dgm:presLayoutVars>
          <dgm:bulletEnabled val="1"/>
        </dgm:presLayoutVars>
      </dgm:prSet>
      <dgm:spPr/>
    </dgm:pt>
    <dgm:pt modelId="{3E48E5C2-2678-487A-B988-C68BD84DFEDD}" type="pres">
      <dgm:prSet presAssocID="{65AB5FA4-CCBC-4B17-96A4-AC47350F3194}" presName="space" presStyleCnt="0"/>
      <dgm:spPr/>
    </dgm:pt>
    <dgm:pt modelId="{4169F543-3A2A-4134-9EB0-D77A792F7BC1}" type="pres">
      <dgm:prSet presAssocID="{53234BE5-53D1-4B9B-B2EE-BCF67906F827}" presName="Name5" presStyleLbl="vennNode1" presStyleIdx="1" presStyleCnt="8">
        <dgm:presLayoutVars>
          <dgm:bulletEnabled val="1"/>
        </dgm:presLayoutVars>
      </dgm:prSet>
      <dgm:spPr/>
    </dgm:pt>
    <dgm:pt modelId="{95DB6DEE-2E63-4C75-8A7A-FE68883B43EB}" type="pres">
      <dgm:prSet presAssocID="{304ADB5F-5354-47E5-90F0-C16955DF5159}" presName="space" presStyleCnt="0"/>
      <dgm:spPr/>
    </dgm:pt>
    <dgm:pt modelId="{CB80CAF6-C6CF-47E7-A9CF-7166344D69C1}" type="pres">
      <dgm:prSet presAssocID="{0F56FD90-8C00-4E85-9850-8851E9480321}" presName="Name5" presStyleLbl="vennNode1" presStyleIdx="2" presStyleCnt="8">
        <dgm:presLayoutVars>
          <dgm:bulletEnabled val="1"/>
        </dgm:presLayoutVars>
      </dgm:prSet>
      <dgm:spPr/>
    </dgm:pt>
    <dgm:pt modelId="{766A7497-27CD-4870-8DB4-8EA87C202DB1}" type="pres">
      <dgm:prSet presAssocID="{31382CCB-1E6C-4F12-8659-E72F4C344D54}" presName="space" presStyleCnt="0"/>
      <dgm:spPr/>
    </dgm:pt>
    <dgm:pt modelId="{7630F854-AA1D-4486-8DBA-8266C591238D}" type="pres">
      <dgm:prSet presAssocID="{214139EE-4B34-4EA5-9B21-8D5C00049747}" presName="Name5" presStyleLbl="vennNode1" presStyleIdx="3" presStyleCnt="8">
        <dgm:presLayoutVars>
          <dgm:bulletEnabled val="1"/>
        </dgm:presLayoutVars>
      </dgm:prSet>
      <dgm:spPr/>
    </dgm:pt>
    <dgm:pt modelId="{D8E9985A-7440-41B0-8DD2-3FC6EBEA54DA}" type="pres">
      <dgm:prSet presAssocID="{196EF517-9D40-4ACC-9F29-6DEB12903075}" presName="space" presStyleCnt="0"/>
      <dgm:spPr/>
    </dgm:pt>
    <dgm:pt modelId="{B6102E54-F03F-458D-90AF-904DF42D0D36}" type="pres">
      <dgm:prSet presAssocID="{BF1F1910-6DB4-4341-8D8D-4C1471819CE8}" presName="Name5" presStyleLbl="vennNode1" presStyleIdx="4" presStyleCnt="8">
        <dgm:presLayoutVars>
          <dgm:bulletEnabled val="1"/>
        </dgm:presLayoutVars>
      </dgm:prSet>
      <dgm:spPr/>
    </dgm:pt>
    <dgm:pt modelId="{97483098-0A28-4B1B-872A-A969F3FD11C6}" type="pres">
      <dgm:prSet presAssocID="{60E8F4E2-F41C-4679-971C-4DB5CBE4FFF7}" presName="space" presStyleCnt="0"/>
      <dgm:spPr/>
    </dgm:pt>
    <dgm:pt modelId="{237F2FB0-1D06-4622-948A-E308A3539A5E}" type="pres">
      <dgm:prSet presAssocID="{C859C138-255B-46FF-B4FD-67BCFE142D71}" presName="Name5" presStyleLbl="vennNode1" presStyleIdx="5" presStyleCnt="8">
        <dgm:presLayoutVars>
          <dgm:bulletEnabled val="1"/>
        </dgm:presLayoutVars>
      </dgm:prSet>
      <dgm:spPr/>
    </dgm:pt>
    <dgm:pt modelId="{D2AC721A-ED0E-4C93-8321-496C9D4D08AB}" type="pres">
      <dgm:prSet presAssocID="{388F3271-714F-48BF-A42F-C3A2C3F32423}" presName="space" presStyleCnt="0"/>
      <dgm:spPr/>
    </dgm:pt>
    <dgm:pt modelId="{C6F38430-8D05-4D30-B4AC-7B699CAB6C35}" type="pres">
      <dgm:prSet presAssocID="{0C566674-3740-44BD-A789-A08D08C06D0B}" presName="Name5" presStyleLbl="vennNode1" presStyleIdx="6" presStyleCnt="8">
        <dgm:presLayoutVars>
          <dgm:bulletEnabled val="1"/>
        </dgm:presLayoutVars>
      </dgm:prSet>
      <dgm:spPr/>
    </dgm:pt>
    <dgm:pt modelId="{293A2C4F-EE52-48B8-AEEE-D3BE8329FF84}" type="pres">
      <dgm:prSet presAssocID="{6D7DF71D-8D5E-412B-BB72-884F747FEFE8}" presName="space" presStyleCnt="0"/>
      <dgm:spPr/>
    </dgm:pt>
    <dgm:pt modelId="{48E5A6C4-2FCC-4BE5-B6B3-E0E7646D75A4}" type="pres">
      <dgm:prSet presAssocID="{7B220708-C114-4642-A469-2703786D8149}" presName="Name5" presStyleLbl="vennNode1" presStyleIdx="7" presStyleCnt="8">
        <dgm:presLayoutVars>
          <dgm:bulletEnabled val="1"/>
        </dgm:presLayoutVars>
      </dgm:prSet>
      <dgm:spPr/>
    </dgm:pt>
  </dgm:ptLst>
  <dgm:cxnLst>
    <dgm:cxn modelId="{B2AAC707-3D90-48B3-BCDB-D5300C854D8B}" type="presOf" srcId="{214139EE-4B34-4EA5-9B21-8D5C00049747}" destId="{7630F854-AA1D-4486-8DBA-8266C591238D}" srcOrd="0" destOrd="0" presId="urn:microsoft.com/office/officeart/2005/8/layout/venn3"/>
    <dgm:cxn modelId="{2C2DE20E-74F1-483C-8D37-F1F43C180848}" srcId="{475E060D-C591-4645-B4BB-7CBB6C829AF3}" destId="{214139EE-4B34-4EA5-9B21-8D5C00049747}" srcOrd="3" destOrd="0" parTransId="{A3459448-2B4A-4A90-8214-E84BC216BD7D}" sibTransId="{196EF517-9D40-4ACC-9F29-6DEB12903075}"/>
    <dgm:cxn modelId="{B8223E13-DE1E-4B50-9514-3965A372BD58}" srcId="{475E060D-C591-4645-B4BB-7CBB6C829AF3}" destId="{7B220708-C114-4642-A469-2703786D8149}" srcOrd="7" destOrd="0" parTransId="{F95D2F55-261E-4D3F-A4DE-1BC198A7905C}" sibTransId="{5BA6239E-375D-418D-A312-8D2C5EBF0FCC}"/>
    <dgm:cxn modelId="{67448A1C-284E-44EB-9743-68AADA43076A}" type="presOf" srcId="{C859C138-255B-46FF-B4FD-67BCFE142D71}" destId="{237F2FB0-1D06-4622-948A-E308A3539A5E}" srcOrd="0" destOrd="0" presId="urn:microsoft.com/office/officeart/2005/8/layout/venn3"/>
    <dgm:cxn modelId="{44D54B21-2163-4C73-AEEF-F739B9288A04}" type="presOf" srcId="{475E060D-C591-4645-B4BB-7CBB6C829AF3}" destId="{9C328669-EAEF-46FB-B62A-6C651AA855F0}" srcOrd="0" destOrd="0" presId="urn:microsoft.com/office/officeart/2005/8/layout/venn3"/>
    <dgm:cxn modelId="{C2167160-5801-46A5-A668-C2C21D876C24}" type="presOf" srcId="{BF1F1910-6DB4-4341-8D8D-4C1471819CE8}" destId="{B6102E54-F03F-458D-90AF-904DF42D0D36}" srcOrd="0" destOrd="0" presId="urn:microsoft.com/office/officeart/2005/8/layout/venn3"/>
    <dgm:cxn modelId="{B72CDB60-8C76-4E85-BE36-C4B646038909}" srcId="{475E060D-C591-4645-B4BB-7CBB6C829AF3}" destId="{E0C416FC-50B7-4F07-B366-EFA9C9148AD1}" srcOrd="0" destOrd="0" parTransId="{34802E02-BB05-4D55-A29B-456BC4DC4BFB}" sibTransId="{65AB5FA4-CCBC-4B17-96A4-AC47350F3194}"/>
    <dgm:cxn modelId="{633FA743-6F89-42CE-B4C0-8A188F41BF0E}" type="presOf" srcId="{E0C416FC-50B7-4F07-B366-EFA9C9148AD1}" destId="{8EE59DA7-C392-4FFD-888B-A5AB26B3C6B8}" srcOrd="0" destOrd="0" presId="urn:microsoft.com/office/officeart/2005/8/layout/venn3"/>
    <dgm:cxn modelId="{34A7EC68-6F81-4436-9A7F-49623C046A56}" srcId="{475E060D-C591-4645-B4BB-7CBB6C829AF3}" destId="{BF1F1910-6DB4-4341-8D8D-4C1471819CE8}" srcOrd="4" destOrd="0" parTransId="{9AE152FD-87C7-4620-B0F4-A0158A603EE1}" sibTransId="{60E8F4E2-F41C-4679-971C-4DB5CBE4FFF7}"/>
    <dgm:cxn modelId="{7DE76D8C-7CE0-4D42-999A-7E8F5C9D9C58}" srcId="{475E060D-C591-4645-B4BB-7CBB6C829AF3}" destId="{0F56FD90-8C00-4E85-9850-8851E9480321}" srcOrd="2" destOrd="0" parTransId="{91F49EA5-CDE2-4CA9-B120-388E87E8D709}" sibTransId="{31382CCB-1E6C-4F12-8659-E72F4C344D54}"/>
    <dgm:cxn modelId="{93E0988D-37F8-4028-9612-C6FF23B26D50}" type="presOf" srcId="{7B220708-C114-4642-A469-2703786D8149}" destId="{48E5A6C4-2FCC-4BE5-B6B3-E0E7646D75A4}" srcOrd="0" destOrd="0" presId="urn:microsoft.com/office/officeart/2005/8/layout/venn3"/>
    <dgm:cxn modelId="{9B773A95-FA3F-40F7-8FD6-FC5F8CB05AA1}" type="presOf" srcId="{0F56FD90-8C00-4E85-9850-8851E9480321}" destId="{CB80CAF6-C6CF-47E7-A9CF-7166344D69C1}" srcOrd="0" destOrd="0" presId="urn:microsoft.com/office/officeart/2005/8/layout/venn3"/>
    <dgm:cxn modelId="{50A9B99A-9924-447F-8F0B-44CDBD0C92E8}" srcId="{475E060D-C591-4645-B4BB-7CBB6C829AF3}" destId="{53234BE5-53D1-4B9B-B2EE-BCF67906F827}" srcOrd="1" destOrd="0" parTransId="{04338FD8-9F9B-462A-BC95-D3934E468E76}" sibTransId="{304ADB5F-5354-47E5-90F0-C16955DF5159}"/>
    <dgm:cxn modelId="{B37F48A5-907C-415D-BD5A-8A20C7A81027}" srcId="{475E060D-C591-4645-B4BB-7CBB6C829AF3}" destId="{C859C138-255B-46FF-B4FD-67BCFE142D71}" srcOrd="5" destOrd="0" parTransId="{79C35536-FCB7-4066-AA43-B7E1DA4166F7}" sibTransId="{388F3271-714F-48BF-A42F-C3A2C3F32423}"/>
    <dgm:cxn modelId="{E133BEB3-3E0D-4CA2-B224-6C76C9F83BE0}" srcId="{475E060D-C591-4645-B4BB-7CBB6C829AF3}" destId="{0C566674-3740-44BD-A789-A08D08C06D0B}" srcOrd="6" destOrd="0" parTransId="{12774F79-CBE4-4E06-8459-BFA4CB6601F6}" sibTransId="{6D7DF71D-8D5E-412B-BB72-884F747FEFE8}"/>
    <dgm:cxn modelId="{4BB7BDEF-1E37-48DC-B188-30DAB282E09B}" type="presOf" srcId="{53234BE5-53D1-4B9B-B2EE-BCF67906F827}" destId="{4169F543-3A2A-4134-9EB0-D77A792F7BC1}" srcOrd="0" destOrd="0" presId="urn:microsoft.com/office/officeart/2005/8/layout/venn3"/>
    <dgm:cxn modelId="{9EFE98F8-1ED0-4355-9D39-747E73342F67}" type="presOf" srcId="{0C566674-3740-44BD-A789-A08D08C06D0B}" destId="{C6F38430-8D05-4D30-B4AC-7B699CAB6C35}" srcOrd="0" destOrd="0" presId="urn:microsoft.com/office/officeart/2005/8/layout/venn3"/>
    <dgm:cxn modelId="{CF7D523D-6832-4FEC-9ABB-4424C339625D}" type="presParOf" srcId="{9C328669-EAEF-46FB-B62A-6C651AA855F0}" destId="{8EE59DA7-C392-4FFD-888B-A5AB26B3C6B8}" srcOrd="0" destOrd="0" presId="urn:microsoft.com/office/officeart/2005/8/layout/venn3"/>
    <dgm:cxn modelId="{05EEB117-F7C8-4223-BE54-F0E0724474DC}" type="presParOf" srcId="{9C328669-EAEF-46FB-B62A-6C651AA855F0}" destId="{3E48E5C2-2678-487A-B988-C68BD84DFEDD}" srcOrd="1" destOrd="0" presId="urn:microsoft.com/office/officeart/2005/8/layout/venn3"/>
    <dgm:cxn modelId="{FAFBDF7D-7CDC-472A-A262-0329ED6114B8}" type="presParOf" srcId="{9C328669-EAEF-46FB-B62A-6C651AA855F0}" destId="{4169F543-3A2A-4134-9EB0-D77A792F7BC1}" srcOrd="2" destOrd="0" presId="urn:microsoft.com/office/officeart/2005/8/layout/venn3"/>
    <dgm:cxn modelId="{02C56E35-FA7D-4E2A-B0ED-A6BA100DCDFE}" type="presParOf" srcId="{9C328669-EAEF-46FB-B62A-6C651AA855F0}" destId="{95DB6DEE-2E63-4C75-8A7A-FE68883B43EB}" srcOrd="3" destOrd="0" presId="urn:microsoft.com/office/officeart/2005/8/layout/venn3"/>
    <dgm:cxn modelId="{8AE785B1-11B1-480B-8416-C8A4F862D511}" type="presParOf" srcId="{9C328669-EAEF-46FB-B62A-6C651AA855F0}" destId="{CB80CAF6-C6CF-47E7-A9CF-7166344D69C1}" srcOrd="4" destOrd="0" presId="urn:microsoft.com/office/officeart/2005/8/layout/venn3"/>
    <dgm:cxn modelId="{33A46582-B55E-4BAD-AF9B-54A60D8F7309}" type="presParOf" srcId="{9C328669-EAEF-46FB-B62A-6C651AA855F0}" destId="{766A7497-27CD-4870-8DB4-8EA87C202DB1}" srcOrd="5" destOrd="0" presId="urn:microsoft.com/office/officeart/2005/8/layout/venn3"/>
    <dgm:cxn modelId="{5932666D-7C59-4FE1-8E4A-A8016C6B26E0}" type="presParOf" srcId="{9C328669-EAEF-46FB-B62A-6C651AA855F0}" destId="{7630F854-AA1D-4486-8DBA-8266C591238D}" srcOrd="6" destOrd="0" presId="urn:microsoft.com/office/officeart/2005/8/layout/venn3"/>
    <dgm:cxn modelId="{2ECE2532-D976-4739-A836-BDD3A403EBF4}" type="presParOf" srcId="{9C328669-EAEF-46FB-B62A-6C651AA855F0}" destId="{D8E9985A-7440-41B0-8DD2-3FC6EBEA54DA}" srcOrd="7" destOrd="0" presId="urn:microsoft.com/office/officeart/2005/8/layout/venn3"/>
    <dgm:cxn modelId="{6BE01740-64EE-4043-BE19-997F18BBF758}" type="presParOf" srcId="{9C328669-EAEF-46FB-B62A-6C651AA855F0}" destId="{B6102E54-F03F-458D-90AF-904DF42D0D36}" srcOrd="8" destOrd="0" presId="urn:microsoft.com/office/officeart/2005/8/layout/venn3"/>
    <dgm:cxn modelId="{F19526F5-6657-4BEB-911E-BB3D1B3FEFDD}" type="presParOf" srcId="{9C328669-EAEF-46FB-B62A-6C651AA855F0}" destId="{97483098-0A28-4B1B-872A-A969F3FD11C6}" srcOrd="9" destOrd="0" presId="urn:microsoft.com/office/officeart/2005/8/layout/venn3"/>
    <dgm:cxn modelId="{B6CD8E96-4461-4E3C-B9D0-E4302E39F168}" type="presParOf" srcId="{9C328669-EAEF-46FB-B62A-6C651AA855F0}" destId="{237F2FB0-1D06-4622-948A-E308A3539A5E}" srcOrd="10" destOrd="0" presId="urn:microsoft.com/office/officeart/2005/8/layout/venn3"/>
    <dgm:cxn modelId="{05EFCC07-85DA-4162-A8D5-8D211B874033}" type="presParOf" srcId="{9C328669-EAEF-46FB-B62A-6C651AA855F0}" destId="{D2AC721A-ED0E-4C93-8321-496C9D4D08AB}" srcOrd="11" destOrd="0" presId="urn:microsoft.com/office/officeart/2005/8/layout/venn3"/>
    <dgm:cxn modelId="{8BC1C40F-5584-42E3-9CB3-84C4C40EED19}" type="presParOf" srcId="{9C328669-EAEF-46FB-B62A-6C651AA855F0}" destId="{C6F38430-8D05-4D30-B4AC-7B699CAB6C35}" srcOrd="12" destOrd="0" presId="urn:microsoft.com/office/officeart/2005/8/layout/venn3"/>
    <dgm:cxn modelId="{554FC54D-369E-49D1-B49E-62B95D544418}" type="presParOf" srcId="{9C328669-EAEF-46FB-B62A-6C651AA855F0}" destId="{293A2C4F-EE52-48B8-AEEE-D3BE8329FF84}" srcOrd="13" destOrd="0" presId="urn:microsoft.com/office/officeart/2005/8/layout/venn3"/>
    <dgm:cxn modelId="{DEE0ED0C-5253-4FDA-95FA-3E4A5F7CD73D}" type="presParOf" srcId="{9C328669-EAEF-46FB-B62A-6C651AA855F0}" destId="{48E5A6C4-2FCC-4BE5-B6B3-E0E7646D75A4}" srcOrd="14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A63B0EC-A957-4614-9D4E-DFEACFE99333}" type="doc">
      <dgm:prSet loTypeId="urn:microsoft.com/office/officeart/2005/8/layout/pyramid3" loCatId="pyramid" qsTypeId="urn:microsoft.com/office/officeart/2005/8/quickstyle/simple1" qsCatId="simple" csTypeId="urn:microsoft.com/office/officeart/2005/8/colors/accent1_2" csCatId="accent1" phldr="1"/>
      <dgm:spPr/>
    </dgm:pt>
    <dgm:pt modelId="{9DE34CF2-F0D0-42CE-9A92-4108DAA1AC36}">
      <dgm:prSet phldrT="[Text]" phldr="0"/>
      <dgm:spPr/>
      <dgm:t>
        <a:bodyPr/>
        <a:lstStyle/>
        <a:p>
          <a:pPr rtl="0"/>
          <a:r>
            <a:rPr lang="en-US">
              <a:latin typeface="DM Serif Display"/>
            </a:rPr>
            <a:t>Music Genre</a:t>
          </a:r>
          <a:endParaRPr lang="en-US"/>
        </a:p>
      </dgm:t>
    </dgm:pt>
    <dgm:pt modelId="{BE19586A-6006-439A-B3FD-51A17D12AA30}" type="parTrans" cxnId="{715EC5EE-49C6-4F9B-815C-74CF002C8CBE}">
      <dgm:prSet/>
      <dgm:spPr/>
    </dgm:pt>
    <dgm:pt modelId="{AC40157E-737F-4F25-B57E-AEF9349DA71F}" type="sibTrans" cxnId="{715EC5EE-49C6-4F9B-815C-74CF002C8CBE}">
      <dgm:prSet/>
      <dgm:spPr/>
    </dgm:pt>
    <dgm:pt modelId="{BE1F490B-D2AA-477E-87A3-C4D10D2B2BB0}">
      <dgm:prSet phldrT="[Text]" phldr="0"/>
      <dgm:spPr/>
      <dgm:t>
        <a:bodyPr/>
        <a:lstStyle/>
        <a:p>
          <a:pPr rtl="0"/>
          <a:r>
            <a:rPr lang="en-US">
              <a:solidFill>
                <a:schemeClr val="bg1"/>
              </a:solidFill>
              <a:latin typeface="DM Serif Display"/>
            </a:rPr>
            <a:t>Listening Category</a:t>
          </a:r>
          <a:endParaRPr lang="en-US">
            <a:solidFill>
              <a:schemeClr val="bg1"/>
            </a:solidFill>
          </a:endParaRPr>
        </a:p>
      </dgm:t>
    </dgm:pt>
    <dgm:pt modelId="{B0DB48C7-672E-4431-ACC6-6EC8B9F4D5E4}" type="parTrans" cxnId="{F9058B74-881F-4709-8897-E4C9C5101F3F}">
      <dgm:prSet/>
      <dgm:spPr/>
    </dgm:pt>
    <dgm:pt modelId="{60A9C50E-9DE4-4FE1-9FED-9A594510F406}" type="sibTrans" cxnId="{F9058B74-881F-4709-8897-E4C9C5101F3F}">
      <dgm:prSet/>
      <dgm:spPr/>
    </dgm:pt>
    <dgm:pt modelId="{A5E1FB7A-B564-4AFE-AE49-BBD2E16585DD}">
      <dgm:prSet custT="1"/>
      <dgm:spPr/>
      <dgm:t>
        <a:bodyPr/>
        <a:lstStyle/>
        <a:p>
          <a:pPr rtl="0"/>
          <a:r>
            <a:rPr lang="en-US" sz="1100">
              <a:latin typeface="DM Serif Display"/>
            </a:rPr>
            <a:t>Song Profile</a:t>
          </a:r>
        </a:p>
      </dgm:t>
    </dgm:pt>
    <dgm:pt modelId="{0DE35DF2-7F18-4D54-8EDC-47ABC2245A68}" type="parTrans" cxnId="{CE174D62-0223-4791-BD20-F0E49821AD9C}">
      <dgm:prSet/>
      <dgm:spPr/>
    </dgm:pt>
    <dgm:pt modelId="{12A2E0C8-38BB-4079-9A3D-F4760D42C0C2}" type="sibTrans" cxnId="{CE174D62-0223-4791-BD20-F0E49821AD9C}">
      <dgm:prSet/>
      <dgm:spPr/>
    </dgm:pt>
    <dgm:pt modelId="{F42708F0-5840-4277-9B92-6CB51A8D0D00}" type="pres">
      <dgm:prSet presAssocID="{BA63B0EC-A957-4614-9D4E-DFEACFE99333}" presName="Name0" presStyleCnt="0">
        <dgm:presLayoutVars>
          <dgm:dir/>
          <dgm:animLvl val="lvl"/>
          <dgm:resizeHandles val="exact"/>
        </dgm:presLayoutVars>
      </dgm:prSet>
      <dgm:spPr/>
    </dgm:pt>
    <dgm:pt modelId="{E813C863-08F0-4817-9D25-EFE778CC215D}" type="pres">
      <dgm:prSet presAssocID="{9DE34CF2-F0D0-42CE-9A92-4108DAA1AC36}" presName="Name8" presStyleCnt="0"/>
      <dgm:spPr/>
    </dgm:pt>
    <dgm:pt modelId="{F5294460-DC4E-4AEA-BE92-4ECB17986A9B}" type="pres">
      <dgm:prSet presAssocID="{9DE34CF2-F0D0-42CE-9A92-4108DAA1AC36}" presName="level" presStyleLbl="node1" presStyleIdx="0" presStyleCnt="3">
        <dgm:presLayoutVars>
          <dgm:chMax val="1"/>
          <dgm:bulletEnabled val="1"/>
        </dgm:presLayoutVars>
      </dgm:prSet>
      <dgm:spPr/>
    </dgm:pt>
    <dgm:pt modelId="{C0E223D8-1785-40E4-89CC-772529B24409}" type="pres">
      <dgm:prSet presAssocID="{9DE34CF2-F0D0-42CE-9A92-4108DAA1AC3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E27B485-36D3-4FD2-A445-164C6CACAFFC}" type="pres">
      <dgm:prSet presAssocID="{BE1F490B-D2AA-477E-87A3-C4D10D2B2BB0}" presName="Name8" presStyleCnt="0"/>
      <dgm:spPr/>
    </dgm:pt>
    <dgm:pt modelId="{E6922BB6-81ED-498E-A4F1-BB7E11CAFD5B}" type="pres">
      <dgm:prSet presAssocID="{BE1F490B-D2AA-477E-87A3-C4D10D2B2BB0}" presName="level" presStyleLbl="node1" presStyleIdx="1" presStyleCnt="3">
        <dgm:presLayoutVars>
          <dgm:chMax val="1"/>
          <dgm:bulletEnabled val="1"/>
        </dgm:presLayoutVars>
      </dgm:prSet>
      <dgm:spPr/>
    </dgm:pt>
    <dgm:pt modelId="{6A6B8754-1437-4FE1-BE03-6097CE7DEAF8}" type="pres">
      <dgm:prSet presAssocID="{BE1F490B-D2AA-477E-87A3-C4D10D2B2BB0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0156E81-DEA3-465F-B9A4-16173C8DFF9D}" type="pres">
      <dgm:prSet presAssocID="{A5E1FB7A-B564-4AFE-AE49-BBD2E16585DD}" presName="Name8" presStyleCnt="0"/>
      <dgm:spPr/>
    </dgm:pt>
    <dgm:pt modelId="{831DC028-9FBD-4832-B18A-B282F8B8B225}" type="pres">
      <dgm:prSet presAssocID="{A5E1FB7A-B564-4AFE-AE49-BBD2E16585DD}" presName="level" presStyleLbl="node1" presStyleIdx="2" presStyleCnt="3">
        <dgm:presLayoutVars>
          <dgm:chMax val="1"/>
          <dgm:bulletEnabled val="1"/>
        </dgm:presLayoutVars>
      </dgm:prSet>
      <dgm:spPr/>
    </dgm:pt>
    <dgm:pt modelId="{7E64713F-691A-4A1C-B9F9-0057DE9CA2C5}" type="pres">
      <dgm:prSet presAssocID="{A5E1FB7A-B564-4AFE-AE49-BBD2E16585DD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4A8FC410-0443-494C-BA0A-E5B2D4BBAA98}" type="presOf" srcId="{9DE34CF2-F0D0-42CE-9A92-4108DAA1AC36}" destId="{C0E223D8-1785-40E4-89CC-772529B24409}" srcOrd="1" destOrd="0" presId="urn:microsoft.com/office/officeart/2005/8/layout/pyramid3"/>
    <dgm:cxn modelId="{CE174D62-0223-4791-BD20-F0E49821AD9C}" srcId="{BA63B0EC-A957-4614-9D4E-DFEACFE99333}" destId="{A5E1FB7A-B564-4AFE-AE49-BBD2E16585DD}" srcOrd="2" destOrd="0" parTransId="{0DE35DF2-7F18-4D54-8EDC-47ABC2245A68}" sibTransId="{12A2E0C8-38BB-4079-9A3D-F4760D42C0C2}"/>
    <dgm:cxn modelId="{64697562-23ED-4150-8735-A7A35C8FF4F1}" type="presOf" srcId="{A5E1FB7A-B564-4AFE-AE49-BBD2E16585DD}" destId="{831DC028-9FBD-4832-B18A-B282F8B8B225}" srcOrd="0" destOrd="0" presId="urn:microsoft.com/office/officeart/2005/8/layout/pyramid3"/>
    <dgm:cxn modelId="{F9058B74-881F-4709-8897-E4C9C5101F3F}" srcId="{BA63B0EC-A957-4614-9D4E-DFEACFE99333}" destId="{BE1F490B-D2AA-477E-87A3-C4D10D2B2BB0}" srcOrd="1" destOrd="0" parTransId="{B0DB48C7-672E-4431-ACC6-6EC8B9F4D5E4}" sibTransId="{60A9C50E-9DE4-4FE1-9FED-9A594510F406}"/>
    <dgm:cxn modelId="{4472C159-69C8-4DAA-AE04-8A1A859277B9}" type="presOf" srcId="{9DE34CF2-F0D0-42CE-9A92-4108DAA1AC36}" destId="{F5294460-DC4E-4AEA-BE92-4ECB17986A9B}" srcOrd="0" destOrd="0" presId="urn:microsoft.com/office/officeart/2005/8/layout/pyramid3"/>
    <dgm:cxn modelId="{42DB0F7C-9026-4555-8D20-DAE3CC5834DB}" type="presOf" srcId="{A5E1FB7A-B564-4AFE-AE49-BBD2E16585DD}" destId="{7E64713F-691A-4A1C-B9F9-0057DE9CA2C5}" srcOrd="1" destOrd="0" presId="urn:microsoft.com/office/officeart/2005/8/layout/pyramid3"/>
    <dgm:cxn modelId="{FB636DC1-7C5A-4BAF-97EB-B71369B6DFD0}" type="presOf" srcId="{BA63B0EC-A957-4614-9D4E-DFEACFE99333}" destId="{F42708F0-5840-4277-9B92-6CB51A8D0D00}" srcOrd="0" destOrd="0" presId="urn:microsoft.com/office/officeart/2005/8/layout/pyramid3"/>
    <dgm:cxn modelId="{97EE02C4-F96B-4DDD-9084-808D598AE131}" type="presOf" srcId="{BE1F490B-D2AA-477E-87A3-C4D10D2B2BB0}" destId="{E6922BB6-81ED-498E-A4F1-BB7E11CAFD5B}" srcOrd="0" destOrd="0" presId="urn:microsoft.com/office/officeart/2005/8/layout/pyramid3"/>
    <dgm:cxn modelId="{68B014DE-DC64-4523-B87B-89C0D7A9CF97}" type="presOf" srcId="{BE1F490B-D2AA-477E-87A3-C4D10D2B2BB0}" destId="{6A6B8754-1437-4FE1-BE03-6097CE7DEAF8}" srcOrd="1" destOrd="0" presId="urn:microsoft.com/office/officeart/2005/8/layout/pyramid3"/>
    <dgm:cxn modelId="{715EC5EE-49C6-4F9B-815C-74CF002C8CBE}" srcId="{BA63B0EC-A957-4614-9D4E-DFEACFE99333}" destId="{9DE34CF2-F0D0-42CE-9A92-4108DAA1AC36}" srcOrd="0" destOrd="0" parTransId="{BE19586A-6006-439A-B3FD-51A17D12AA30}" sibTransId="{AC40157E-737F-4F25-B57E-AEF9349DA71F}"/>
    <dgm:cxn modelId="{9375C1F2-5367-4EB3-86F7-6243C548285B}" type="presParOf" srcId="{F42708F0-5840-4277-9B92-6CB51A8D0D00}" destId="{E813C863-08F0-4817-9D25-EFE778CC215D}" srcOrd="0" destOrd="0" presId="urn:microsoft.com/office/officeart/2005/8/layout/pyramid3"/>
    <dgm:cxn modelId="{95A832AB-5218-454B-92D7-3018CB2F18B6}" type="presParOf" srcId="{E813C863-08F0-4817-9D25-EFE778CC215D}" destId="{F5294460-DC4E-4AEA-BE92-4ECB17986A9B}" srcOrd="0" destOrd="0" presId="urn:microsoft.com/office/officeart/2005/8/layout/pyramid3"/>
    <dgm:cxn modelId="{1B104288-CD90-46A5-850F-FC5169B80D74}" type="presParOf" srcId="{E813C863-08F0-4817-9D25-EFE778CC215D}" destId="{C0E223D8-1785-40E4-89CC-772529B24409}" srcOrd="1" destOrd="0" presId="urn:microsoft.com/office/officeart/2005/8/layout/pyramid3"/>
    <dgm:cxn modelId="{ABE3FFDD-0607-4D64-941B-7B8D2490E171}" type="presParOf" srcId="{F42708F0-5840-4277-9B92-6CB51A8D0D00}" destId="{6E27B485-36D3-4FD2-A445-164C6CACAFFC}" srcOrd="1" destOrd="0" presId="urn:microsoft.com/office/officeart/2005/8/layout/pyramid3"/>
    <dgm:cxn modelId="{331876AC-1AA4-4E92-8924-25B4B07070B9}" type="presParOf" srcId="{6E27B485-36D3-4FD2-A445-164C6CACAFFC}" destId="{E6922BB6-81ED-498E-A4F1-BB7E11CAFD5B}" srcOrd="0" destOrd="0" presId="urn:microsoft.com/office/officeart/2005/8/layout/pyramid3"/>
    <dgm:cxn modelId="{E2C34F4E-F3CD-4E4C-984D-D8979203EBCE}" type="presParOf" srcId="{6E27B485-36D3-4FD2-A445-164C6CACAFFC}" destId="{6A6B8754-1437-4FE1-BE03-6097CE7DEAF8}" srcOrd="1" destOrd="0" presId="urn:microsoft.com/office/officeart/2005/8/layout/pyramid3"/>
    <dgm:cxn modelId="{35A2E44A-4637-48E9-AEC1-392F12E762D0}" type="presParOf" srcId="{F42708F0-5840-4277-9B92-6CB51A8D0D00}" destId="{60156E81-DEA3-465F-B9A4-16173C8DFF9D}" srcOrd="2" destOrd="0" presId="urn:microsoft.com/office/officeart/2005/8/layout/pyramid3"/>
    <dgm:cxn modelId="{C49EE4EC-05F4-4CED-BC6F-6D6F958734E9}" type="presParOf" srcId="{60156E81-DEA3-465F-B9A4-16173C8DFF9D}" destId="{831DC028-9FBD-4832-B18A-B282F8B8B225}" srcOrd="0" destOrd="0" presId="urn:microsoft.com/office/officeart/2005/8/layout/pyramid3"/>
    <dgm:cxn modelId="{A4487E38-C90B-4F6A-949F-6899807A0D52}" type="presParOf" srcId="{60156E81-DEA3-465F-B9A4-16173C8DFF9D}" destId="{7E64713F-691A-4A1C-B9F9-0057DE9CA2C5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AC58822-9A30-4574-B450-C1E05587BBC5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BA6C69F-780B-4C8A-9833-3F9B41B7B7C5}">
      <dgm:prSet phldrT="[Text]" phldr="0"/>
      <dgm:spPr/>
      <dgm:t>
        <a:bodyPr/>
        <a:lstStyle/>
        <a:p>
          <a:r>
            <a:rPr lang="en-US">
              <a:latin typeface="DM Serif Display"/>
            </a:rPr>
            <a:t>Embedding</a:t>
          </a:r>
          <a:endParaRPr lang="en-US"/>
        </a:p>
      </dgm:t>
    </dgm:pt>
    <dgm:pt modelId="{357DDD9B-BFCA-4F3B-90F0-0DB1BEF3A06B}" type="parTrans" cxnId="{2354AB19-CDF1-4481-9079-DB05AE76D06D}">
      <dgm:prSet/>
      <dgm:spPr/>
      <dgm:t>
        <a:bodyPr/>
        <a:lstStyle/>
        <a:p>
          <a:endParaRPr lang="en-US"/>
        </a:p>
      </dgm:t>
    </dgm:pt>
    <dgm:pt modelId="{762DDE87-2A15-4AFF-BE23-3A4A06298950}" type="sibTrans" cxnId="{2354AB19-CDF1-4481-9079-DB05AE76D06D}">
      <dgm:prSet/>
      <dgm:spPr/>
      <dgm:t>
        <a:bodyPr/>
        <a:lstStyle/>
        <a:p>
          <a:endParaRPr lang="en-US"/>
        </a:p>
      </dgm:t>
    </dgm:pt>
    <dgm:pt modelId="{8972027A-EDF7-4EBC-A669-4B4F7397CD1B}">
      <dgm:prSet phldrT="[Text]" phldr="0"/>
      <dgm:spPr/>
      <dgm:t>
        <a:bodyPr/>
        <a:lstStyle/>
        <a:p>
          <a:pPr rtl="0"/>
          <a:r>
            <a:rPr lang="en-US" sz="1800">
              <a:latin typeface="DM Serif Display"/>
            </a:rPr>
            <a:t>Flattened and Concatenated Vectors</a:t>
          </a:r>
          <a:endParaRPr lang="en-US" sz="1800"/>
        </a:p>
      </dgm:t>
    </dgm:pt>
    <dgm:pt modelId="{94C5BD31-85D4-4DC7-8DA6-5AE8A0EE3C46}" type="parTrans" cxnId="{EFDC16E9-98CD-44C3-A8E1-3382CDAAB23E}">
      <dgm:prSet/>
      <dgm:spPr/>
      <dgm:t>
        <a:bodyPr/>
        <a:lstStyle/>
        <a:p>
          <a:endParaRPr lang="en-US"/>
        </a:p>
      </dgm:t>
    </dgm:pt>
    <dgm:pt modelId="{EAC479A6-2F5A-42FC-A660-7D40A3564AE1}" type="sibTrans" cxnId="{EFDC16E9-98CD-44C3-A8E1-3382CDAAB23E}">
      <dgm:prSet/>
      <dgm:spPr/>
      <dgm:t>
        <a:bodyPr/>
        <a:lstStyle/>
        <a:p>
          <a:endParaRPr lang="en-US"/>
        </a:p>
      </dgm:t>
    </dgm:pt>
    <dgm:pt modelId="{283FC1E6-A1A3-4C3F-A661-DC1B525B452D}">
      <dgm:prSet phldrT="[Text]" phldr="0"/>
      <dgm:spPr/>
      <dgm:t>
        <a:bodyPr/>
        <a:lstStyle/>
        <a:p>
          <a:pPr rtl="0"/>
          <a:r>
            <a:rPr lang="en-US" sz="2200">
              <a:latin typeface="DM Serif Display"/>
            </a:rPr>
            <a:t>Dense </a:t>
          </a:r>
          <a:endParaRPr lang="en-US" sz="2200"/>
        </a:p>
      </dgm:t>
    </dgm:pt>
    <dgm:pt modelId="{579241D9-C55F-4906-82F6-16E66629694B}" type="parTrans" cxnId="{8328CC2B-A2E2-402F-8D6C-0B68AD61092F}">
      <dgm:prSet/>
      <dgm:spPr/>
      <dgm:t>
        <a:bodyPr/>
        <a:lstStyle/>
        <a:p>
          <a:endParaRPr lang="en-US"/>
        </a:p>
      </dgm:t>
    </dgm:pt>
    <dgm:pt modelId="{97E2A50B-CFCB-4482-9E47-3AF1BD557050}" type="sibTrans" cxnId="{8328CC2B-A2E2-402F-8D6C-0B68AD61092F}">
      <dgm:prSet/>
      <dgm:spPr/>
      <dgm:t>
        <a:bodyPr/>
        <a:lstStyle/>
        <a:p>
          <a:endParaRPr lang="en-US"/>
        </a:p>
      </dgm:t>
    </dgm:pt>
    <dgm:pt modelId="{5C7DBCBA-7682-460F-9D41-76C2557CDA0D}">
      <dgm:prSet phldrT="[Text]" phldr="0"/>
      <dgm:spPr/>
      <dgm:t>
        <a:bodyPr/>
        <a:lstStyle/>
        <a:p>
          <a:pPr rtl="0"/>
          <a:r>
            <a:rPr lang="en-US" sz="1400">
              <a:latin typeface="DM Serif Display"/>
            </a:rPr>
            <a:t>Learning Matrix Creates Final Song Embedding</a:t>
          </a:r>
          <a:endParaRPr lang="en-US" sz="1400"/>
        </a:p>
      </dgm:t>
    </dgm:pt>
    <dgm:pt modelId="{13C82AE9-D421-49A0-9D38-929CA9A33C07}" type="parTrans" cxnId="{24B9088C-D0CA-4436-B196-F0194E14B27F}">
      <dgm:prSet/>
      <dgm:spPr/>
      <dgm:t>
        <a:bodyPr/>
        <a:lstStyle/>
        <a:p>
          <a:endParaRPr lang="en-US"/>
        </a:p>
      </dgm:t>
    </dgm:pt>
    <dgm:pt modelId="{DF42C7E6-3017-4E9E-A619-8463889F551A}" type="sibTrans" cxnId="{24B9088C-D0CA-4436-B196-F0194E14B27F}">
      <dgm:prSet/>
      <dgm:spPr/>
      <dgm:t>
        <a:bodyPr/>
        <a:lstStyle/>
        <a:p>
          <a:endParaRPr lang="en-US"/>
        </a:p>
      </dgm:t>
    </dgm:pt>
    <dgm:pt modelId="{39A23799-A69F-4FA5-8AB5-B202BFC84F38}">
      <dgm:prSet phldrT="[Text]"/>
      <dgm:spPr/>
      <dgm:t>
        <a:bodyPr/>
        <a:lstStyle/>
        <a:p>
          <a:r>
            <a:rPr lang="en-US" sz="1800">
              <a:latin typeface="DM Serif Display"/>
            </a:rPr>
            <a:t>KNN</a:t>
          </a:r>
          <a:endParaRPr lang="en-US" sz="1800"/>
        </a:p>
      </dgm:t>
    </dgm:pt>
    <dgm:pt modelId="{F7FE9AA4-CDBD-4266-B6DC-CCBC99F3DC3B}" type="parTrans" cxnId="{19B3D22B-012C-41C7-AD90-A3557D23C439}">
      <dgm:prSet/>
      <dgm:spPr/>
      <dgm:t>
        <a:bodyPr/>
        <a:lstStyle/>
        <a:p>
          <a:endParaRPr lang="en-US"/>
        </a:p>
      </dgm:t>
    </dgm:pt>
    <dgm:pt modelId="{8B62AEC4-94DC-43CF-9AB1-B08B24F88096}" type="sibTrans" cxnId="{19B3D22B-012C-41C7-AD90-A3557D23C439}">
      <dgm:prSet/>
      <dgm:spPr/>
      <dgm:t>
        <a:bodyPr/>
        <a:lstStyle/>
        <a:p>
          <a:endParaRPr lang="en-US"/>
        </a:p>
      </dgm:t>
    </dgm:pt>
    <dgm:pt modelId="{52CAFC8A-D83D-43F5-95C5-E37DA640160C}">
      <dgm:prSet phldrT="[Text]"/>
      <dgm:spPr/>
      <dgm:t>
        <a:bodyPr/>
        <a:lstStyle/>
        <a:p>
          <a:pPr rtl="0"/>
          <a:r>
            <a:rPr lang="en-US" sz="1200" b="0">
              <a:solidFill>
                <a:srgbClr val="09090B"/>
              </a:solidFill>
              <a:latin typeface="DM Serif Display"/>
            </a:rPr>
            <a:t>Retrieve top‑K nearest indices (highest similarity)</a:t>
          </a:r>
          <a:endParaRPr lang="en-US" sz="1800" b="0">
            <a:latin typeface="DM Serif Display"/>
          </a:endParaRPr>
        </a:p>
      </dgm:t>
    </dgm:pt>
    <dgm:pt modelId="{EB181FEC-2A40-4CBA-97B4-10535D2BBAD9}" type="parTrans" cxnId="{EB4F2452-A819-4E2B-96F0-13FB000CD9B9}">
      <dgm:prSet/>
      <dgm:spPr/>
      <dgm:t>
        <a:bodyPr/>
        <a:lstStyle/>
        <a:p>
          <a:endParaRPr lang="en-US"/>
        </a:p>
      </dgm:t>
    </dgm:pt>
    <dgm:pt modelId="{C5A1926C-6307-4F82-A95E-45D68FC2D353}" type="sibTrans" cxnId="{EB4F2452-A819-4E2B-96F0-13FB000CD9B9}">
      <dgm:prSet/>
      <dgm:spPr/>
      <dgm:t>
        <a:bodyPr/>
        <a:lstStyle/>
        <a:p>
          <a:endParaRPr lang="en-US"/>
        </a:p>
      </dgm:t>
    </dgm:pt>
    <dgm:pt modelId="{FDE7897E-DB85-4817-B925-D9A994C2BF97}" type="pres">
      <dgm:prSet presAssocID="{1AC58822-9A30-4574-B450-C1E05587BBC5}" presName="linearFlow" presStyleCnt="0">
        <dgm:presLayoutVars>
          <dgm:dir/>
          <dgm:animLvl val="lvl"/>
          <dgm:resizeHandles val="exact"/>
        </dgm:presLayoutVars>
      </dgm:prSet>
      <dgm:spPr/>
    </dgm:pt>
    <dgm:pt modelId="{0143BA29-3929-4A67-89A7-5A233D2D06D8}" type="pres">
      <dgm:prSet presAssocID="{6BA6C69F-780B-4C8A-9833-3F9B41B7B7C5}" presName="composite" presStyleCnt="0"/>
      <dgm:spPr/>
    </dgm:pt>
    <dgm:pt modelId="{BF8F3399-BD63-4805-B3AC-723524A95A64}" type="pres">
      <dgm:prSet presAssocID="{6BA6C69F-780B-4C8A-9833-3F9B41B7B7C5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6B0993AB-8DA5-4952-B30F-1F2831DE1C7F}" type="pres">
      <dgm:prSet presAssocID="{6BA6C69F-780B-4C8A-9833-3F9B41B7B7C5}" presName="descendantText" presStyleLbl="alignAcc1" presStyleIdx="0" presStyleCnt="3">
        <dgm:presLayoutVars>
          <dgm:bulletEnabled val="1"/>
        </dgm:presLayoutVars>
      </dgm:prSet>
      <dgm:spPr/>
    </dgm:pt>
    <dgm:pt modelId="{F19FADE0-2DB4-41D2-90DF-C5DB9E93FF89}" type="pres">
      <dgm:prSet presAssocID="{762DDE87-2A15-4AFF-BE23-3A4A06298950}" presName="sp" presStyleCnt="0"/>
      <dgm:spPr/>
    </dgm:pt>
    <dgm:pt modelId="{9F68A94D-53CF-4D1F-AC85-CB5EDF903836}" type="pres">
      <dgm:prSet presAssocID="{283FC1E6-A1A3-4C3F-A661-DC1B525B452D}" presName="composite" presStyleCnt="0"/>
      <dgm:spPr/>
    </dgm:pt>
    <dgm:pt modelId="{6F1BBF23-6D4D-4F0B-AC07-DB536F3C9FB4}" type="pres">
      <dgm:prSet presAssocID="{283FC1E6-A1A3-4C3F-A661-DC1B525B452D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1D36EE70-0488-4E29-89ED-C4E045FAFCF4}" type="pres">
      <dgm:prSet presAssocID="{283FC1E6-A1A3-4C3F-A661-DC1B525B452D}" presName="descendantText" presStyleLbl="alignAcc1" presStyleIdx="1" presStyleCnt="3">
        <dgm:presLayoutVars>
          <dgm:bulletEnabled val="1"/>
        </dgm:presLayoutVars>
      </dgm:prSet>
      <dgm:spPr/>
    </dgm:pt>
    <dgm:pt modelId="{E7C62038-B95B-4368-9ED3-8DBFE6378FF7}" type="pres">
      <dgm:prSet presAssocID="{97E2A50B-CFCB-4482-9E47-3AF1BD557050}" presName="sp" presStyleCnt="0"/>
      <dgm:spPr/>
    </dgm:pt>
    <dgm:pt modelId="{5445D2C3-3455-4E72-98C5-370F4C3B448D}" type="pres">
      <dgm:prSet presAssocID="{39A23799-A69F-4FA5-8AB5-B202BFC84F38}" presName="composite" presStyleCnt="0"/>
      <dgm:spPr/>
    </dgm:pt>
    <dgm:pt modelId="{A2149E13-2C8B-4094-80C0-0341574C5A5B}" type="pres">
      <dgm:prSet presAssocID="{39A23799-A69F-4FA5-8AB5-B202BFC84F38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1F2CD914-1C5C-42F1-9552-B70357CDFAAC}" type="pres">
      <dgm:prSet presAssocID="{39A23799-A69F-4FA5-8AB5-B202BFC84F38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2354AB19-CDF1-4481-9079-DB05AE76D06D}" srcId="{1AC58822-9A30-4574-B450-C1E05587BBC5}" destId="{6BA6C69F-780B-4C8A-9833-3F9B41B7B7C5}" srcOrd="0" destOrd="0" parTransId="{357DDD9B-BFCA-4F3B-90F0-0DB1BEF3A06B}" sibTransId="{762DDE87-2A15-4AFF-BE23-3A4A06298950}"/>
    <dgm:cxn modelId="{8328CC2B-A2E2-402F-8D6C-0B68AD61092F}" srcId="{1AC58822-9A30-4574-B450-C1E05587BBC5}" destId="{283FC1E6-A1A3-4C3F-A661-DC1B525B452D}" srcOrd="1" destOrd="0" parTransId="{579241D9-C55F-4906-82F6-16E66629694B}" sibTransId="{97E2A50B-CFCB-4482-9E47-3AF1BD557050}"/>
    <dgm:cxn modelId="{19B3D22B-012C-41C7-AD90-A3557D23C439}" srcId="{1AC58822-9A30-4574-B450-C1E05587BBC5}" destId="{39A23799-A69F-4FA5-8AB5-B202BFC84F38}" srcOrd="2" destOrd="0" parTransId="{F7FE9AA4-CDBD-4266-B6DC-CCBC99F3DC3B}" sibTransId="{8B62AEC4-94DC-43CF-9AB1-B08B24F88096}"/>
    <dgm:cxn modelId="{B8327F68-843E-4EE4-A33C-3FAD33C3F7ED}" type="presOf" srcId="{1AC58822-9A30-4574-B450-C1E05587BBC5}" destId="{FDE7897E-DB85-4817-B925-D9A994C2BF97}" srcOrd="0" destOrd="0" presId="urn:microsoft.com/office/officeart/2005/8/layout/chevron2"/>
    <dgm:cxn modelId="{EB4F2452-A819-4E2B-96F0-13FB000CD9B9}" srcId="{39A23799-A69F-4FA5-8AB5-B202BFC84F38}" destId="{52CAFC8A-D83D-43F5-95C5-E37DA640160C}" srcOrd="0" destOrd="0" parTransId="{EB181FEC-2A40-4CBA-97B4-10535D2BBAD9}" sibTransId="{C5A1926C-6307-4F82-A95E-45D68FC2D353}"/>
    <dgm:cxn modelId="{786CC577-FF35-4BB2-931E-70C6C4ED4AD8}" type="presOf" srcId="{52CAFC8A-D83D-43F5-95C5-E37DA640160C}" destId="{1F2CD914-1C5C-42F1-9552-B70357CDFAAC}" srcOrd="0" destOrd="0" presId="urn:microsoft.com/office/officeart/2005/8/layout/chevron2"/>
    <dgm:cxn modelId="{24B9088C-D0CA-4436-B196-F0194E14B27F}" srcId="{283FC1E6-A1A3-4C3F-A661-DC1B525B452D}" destId="{5C7DBCBA-7682-460F-9D41-76C2557CDA0D}" srcOrd="0" destOrd="0" parTransId="{13C82AE9-D421-49A0-9D38-929CA9A33C07}" sibTransId="{DF42C7E6-3017-4E9E-A619-8463889F551A}"/>
    <dgm:cxn modelId="{2311109E-1434-4B7E-B42E-49B0E49AE6D6}" type="presOf" srcId="{6BA6C69F-780B-4C8A-9833-3F9B41B7B7C5}" destId="{BF8F3399-BD63-4805-B3AC-723524A95A64}" srcOrd="0" destOrd="0" presId="urn:microsoft.com/office/officeart/2005/8/layout/chevron2"/>
    <dgm:cxn modelId="{0C06729E-C9E7-4C34-829E-E081A7C892D4}" type="presOf" srcId="{283FC1E6-A1A3-4C3F-A661-DC1B525B452D}" destId="{6F1BBF23-6D4D-4F0B-AC07-DB536F3C9FB4}" srcOrd="0" destOrd="0" presId="urn:microsoft.com/office/officeart/2005/8/layout/chevron2"/>
    <dgm:cxn modelId="{917D56B0-7634-45FC-9016-A341369A2F88}" type="presOf" srcId="{8972027A-EDF7-4EBC-A669-4B4F7397CD1B}" destId="{6B0993AB-8DA5-4952-B30F-1F2831DE1C7F}" srcOrd="0" destOrd="0" presId="urn:microsoft.com/office/officeart/2005/8/layout/chevron2"/>
    <dgm:cxn modelId="{E8583AB4-47EA-40F3-84B0-CFBD659595B4}" type="presOf" srcId="{39A23799-A69F-4FA5-8AB5-B202BFC84F38}" destId="{A2149E13-2C8B-4094-80C0-0341574C5A5B}" srcOrd="0" destOrd="0" presId="urn:microsoft.com/office/officeart/2005/8/layout/chevron2"/>
    <dgm:cxn modelId="{BCE27AD0-F8E7-4FDE-9913-4E85051D287C}" type="presOf" srcId="{5C7DBCBA-7682-460F-9D41-76C2557CDA0D}" destId="{1D36EE70-0488-4E29-89ED-C4E045FAFCF4}" srcOrd="0" destOrd="0" presId="urn:microsoft.com/office/officeart/2005/8/layout/chevron2"/>
    <dgm:cxn modelId="{EFDC16E9-98CD-44C3-A8E1-3382CDAAB23E}" srcId="{6BA6C69F-780B-4C8A-9833-3F9B41B7B7C5}" destId="{8972027A-EDF7-4EBC-A669-4B4F7397CD1B}" srcOrd="0" destOrd="0" parTransId="{94C5BD31-85D4-4DC7-8DA6-5AE8A0EE3C46}" sibTransId="{EAC479A6-2F5A-42FC-A660-7D40A3564AE1}"/>
    <dgm:cxn modelId="{272DD564-190F-4273-8C2B-A99371F0B2A3}" type="presParOf" srcId="{FDE7897E-DB85-4817-B925-D9A994C2BF97}" destId="{0143BA29-3929-4A67-89A7-5A233D2D06D8}" srcOrd="0" destOrd="0" presId="urn:microsoft.com/office/officeart/2005/8/layout/chevron2"/>
    <dgm:cxn modelId="{A3473F1E-E640-470F-A3D5-E44F3EFCD070}" type="presParOf" srcId="{0143BA29-3929-4A67-89A7-5A233D2D06D8}" destId="{BF8F3399-BD63-4805-B3AC-723524A95A64}" srcOrd="0" destOrd="0" presId="urn:microsoft.com/office/officeart/2005/8/layout/chevron2"/>
    <dgm:cxn modelId="{8C515852-91BB-4A20-9874-57AEF3BEE921}" type="presParOf" srcId="{0143BA29-3929-4A67-89A7-5A233D2D06D8}" destId="{6B0993AB-8DA5-4952-B30F-1F2831DE1C7F}" srcOrd="1" destOrd="0" presId="urn:microsoft.com/office/officeart/2005/8/layout/chevron2"/>
    <dgm:cxn modelId="{FA9D5002-F828-4AD1-8D1A-20CC776E6DF6}" type="presParOf" srcId="{FDE7897E-DB85-4817-B925-D9A994C2BF97}" destId="{F19FADE0-2DB4-41D2-90DF-C5DB9E93FF89}" srcOrd="1" destOrd="0" presId="urn:microsoft.com/office/officeart/2005/8/layout/chevron2"/>
    <dgm:cxn modelId="{3CF20006-66ED-4B67-A06B-168BAC37F877}" type="presParOf" srcId="{FDE7897E-DB85-4817-B925-D9A994C2BF97}" destId="{9F68A94D-53CF-4D1F-AC85-CB5EDF903836}" srcOrd="2" destOrd="0" presId="urn:microsoft.com/office/officeart/2005/8/layout/chevron2"/>
    <dgm:cxn modelId="{21EE24EE-FAE5-4A94-BEDB-A265CDD63067}" type="presParOf" srcId="{9F68A94D-53CF-4D1F-AC85-CB5EDF903836}" destId="{6F1BBF23-6D4D-4F0B-AC07-DB536F3C9FB4}" srcOrd="0" destOrd="0" presId="urn:microsoft.com/office/officeart/2005/8/layout/chevron2"/>
    <dgm:cxn modelId="{0EBAD28B-D81B-4F18-B77A-29659767E6AF}" type="presParOf" srcId="{9F68A94D-53CF-4D1F-AC85-CB5EDF903836}" destId="{1D36EE70-0488-4E29-89ED-C4E045FAFCF4}" srcOrd="1" destOrd="0" presId="urn:microsoft.com/office/officeart/2005/8/layout/chevron2"/>
    <dgm:cxn modelId="{65ACC181-A317-49C4-938B-3F9281653A84}" type="presParOf" srcId="{FDE7897E-DB85-4817-B925-D9A994C2BF97}" destId="{E7C62038-B95B-4368-9ED3-8DBFE6378FF7}" srcOrd="3" destOrd="0" presId="urn:microsoft.com/office/officeart/2005/8/layout/chevron2"/>
    <dgm:cxn modelId="{D0B23CF6-C32E-424F-BCC9-8F4FB04CC5A4}" type="presParOf" srcId="{FDE7897E-DB85-4817-B925-D9A994C2BF97}" destId="{5445D2C3-3455-4E72-98C5-370F4C3B448D}" srcOrd="4" destOrd="0" presId="urn:microsoft.com/office/officeart/2005/8/layout/chevron2"/>
    <dgm:cxn modelId="{1A99AD3E-738E-4D18-8A9B-6B589F9FB7FB}" type="presParOf" srcId="{5445D2C3-3455-4E72-98C5-370F4C3B448D}" destId="{A2149E13-2C8B-4094-80C0-0341574C5A5B}" srcOrd="0" destOrd="0" presId="urn:microsoft.com/office/officeart/2005/8/layout/chevron2"/>
    <dgm:cxn modelId="{4287D3F3-DD40-4363-A37F-B0F74514ABD4}" type="presParOf" srcId="{5445D2C3-3455-4E72-98C5-370F4C3B448D}" destId="{1F2CD914-1C5C-42F1-9552-B70357CDFAA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E417697-D5D5-4EA6-83BD-68538A688C9D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2C5646D-33FB-4BB3-AFD9-73BC0C4DF75F}">
      <dgm:prSet phldrT="[Text]" phldr="0"/>
      <dgm:spPr/>
      <dgm:t>
        <a:bodyPr/>
        <a:lstStyle/>
        <a:p>
          <a:pPr rtl="0"/>
          <a:r>
            <a:rPr lang="en-US">
              <a:latin typeface="DM Serif Display"/>
            </a:rPr>
            <a:t>Layer 1</a:t>
          </a:r>
          <a:r>
            <a:rPr lang="en-US" sz="1800">
              <a:solidFill>
                <a:srgbClr val="000000"/>
              </a:solidFill>
              <a:latin typeface="DM Serif Display"/>
              <a:ea typeface="Calibri"/>
              <a:cs typeface="Calibri"/>
            </a:rPr>
            <a:t> Music Category</a:t>
          </a:r>
          <a:endParaRPr lang="en-US" sz="1100">
            <a:solidFill>
              <a:srgbClr val="000000"/>
            </a:solidFill>
            <a:latin typeface="DM Serif Display"/>
            <a:ea typeface="Calibri"/>
            <a:cs typeface="Calibri"/>
          </a:endParaRPr>
        </a:p>
      </dgm:t>
    </dgm:pt>
    <dgm:pt modelId="{4FF2A806-A336-48CC-AEAE-F86282266728}" type="parTrans" cxnId="{015B6E15-9C6E-4C45-AE9B-2667A3F36381}">
      <dgm:prSet/>
      <dgm:spPr/>
      <dgm:t>
        <a:bodyPr/>
        <a:lstStyle/>
        <a:p>
          <a:endParaRPr lang="en-US"/>
        </a:p>
      </dgm:t>
    </dgm:pt>
    <dgm:pt modelId="{BE112E9B-9093-4200-8FC2-E748A3804AF9}" type="sibTrans" cxnId="{015B6E15-9C6E-4C45-AE9B-2667A3F36381}">
      <dgm:prSet/>
      <dgm:spPr/>
      <dgm:t>
        <a:bodyPr/>
        <a:lstStyle/>
        <a:p>
          <a:endParaRPr lang="en-US"/>
        </a:p>
      </dgm:t>
    </dgm:pt>
    <dgm:pt modelId="{8CB07E1B-550B-4A6B-89AF-CC45C89D44B3}">
      <dgm:prSet phldrT="[Text]" phldr="0"/>
      <dgm:spPr/>
      <dgm:t>
        <a:bodyPr/>
        <a:lstStyle/>
        <a:p>
          <a:r>
            <a:rPr lang="en-US">
              <a:latin typeface="DM Serif Display"/>
            </a:rPr>
            <a:t>Pop</a:t>
          </a:r>
          <a:endParaRPr lang="en-US"/>
        </a:p>
      </dgm:t>
    </dgm:pt>
    <dgm:pt modelId="{6F8E4957-8863-4969-85EA-88CE50082191}" type="parTrans" cxnId="{4F19A614-171D-41D3-9EAB-2F6A453B8B25}">
      <dgm:prSet/>
      <dgm:spPr/>
      <dgm:t>
        <a:bodyPr/>
        <a:lstStyle/>
        <a:p>
          <a:endParaRPr lang="en-US"/>
        </a:p>
      </dgm:t>
    </dgm:pt>
    <dgm:pt modelId="{6ADF0E12-B3D7-4A79-B24A-70551A31ECCD}" type="sibTrans" cxnId="{4F19A614-171D-41D3-9EAB-2F6A453B8B25}">
      <dgm:prSet/>
      <dgm:spPr/>
      <dgm:t>
        <a:bodyPr/>
        <a:lstStyle/>
        <a:p>
          <a:endParaRPr lang="en-US"/>
        </a:p>
      </dgm:t>
    </dgm:pt>
    <dgm:pt modelId="{03A2D7B3-5BC8-4831-8D40-51B577713BD9}">
      <dgm:prSet phldrT="[Text]" phldr="0"/>
      <dgm:spPr/>
      <dgm:t>
        <a:bodyPr/>
        <a:lstStyle/>
        <a:p>
          <a:r>
            <a:rPr lang="en-US">
              <a:latin typeface="DM Serif Display"/>
            </a:rPr>
            <a:t>Rock</a:t>
          </a:r>
          <a:endParaRPr lang="en-US"/>
        </a:p>
      </dgm:t>
    </dgm:pt>
    <dgm:pt modelId="{AFB91E8B-AE5F-4727-ABA7-721991946820}" type="parTrans" cxnId="{AB98E992-25EF-450F-A57E-9A054FB60EF9}">
      <dgm:prSet/>
      <dgm:spPr/>
      <dgm:t>
        <a:bodyPr/>
        <a:lstStyle/>
        <a:p>
          <a:endParaRPr lang="en-US"/>
        </a:p>
      </dgm:t>
    </dgm:pt>
    <dgm:pt modelId="{668EE908-FF73-4412-B968-C3FFCAF66D86}" type="sibTrans" cxnId="{AB98E992-25EF-450F-A57E-9A054FB60EF9}">
      <dgm:prSet/>
      <dgm:spPr/>
      <dgm:t>
        <a:bodyPr/>
        <a:lstStyle/>
        <a:p>
          <a:endParaRPr lang="en-US"/>
        </a:p>
      </dgm:t>
    </dgm:pt>
    <dgm:pt modelId="{C8AFB2B0-B4DB-424B-B619-8993DA351011}">
      <dgm:prSet phldrT="[Text]"/>
      <dgm:spPr/>
      <dgm:t>
        <a:bodyPr/>
        <a:lstStyle/>
        <a:p>
          <a:r>
            <a:rPr lang="en-US">
              <a:latin typeface="DM Serif Display"/>
            </a:rPr>
            <a:t>Electronic</a:t>
          </a:r>
          <a:endParaRPr lang="en-US"/>
        </a:p>
      </dgm:t>
    </dgm:pt>
    <dgm:pt modelId="{1DE04C9C-5D89-46B2-A6FD-FA0F74E2806D}" type="parTrans" cxnId="{5461C0E6-D576-42A8-9FFF-843825961F4B}">
      <dgm:prSet/>
      <dgm:spPr/>
      <dgm:t>
        <a:bodyPr/>
        <a:lstStyle/>
        <a:p>
          <a:endParaRPr lang="en-US"/>
        </a:p>
      </dgm:t>
    </dgm:pt>
    <dgm:pt modelId="{E98BAA9A-1ACD-440C-96F4-A5E154678916}" type="sibTrans" cxnId="{5461C0E6-D576-42A8-9FFF-843825961F4B}">
      <dgm:prSet/>
      <dgm:spPr/>
      <dgm:t>
        <a:bodyPr/>
        <a:lstStyle/>
        <a:p>
          <a:endParaRPr lang="en-US"/>
        </a:p>
      </dgm:t>
    </dgm:pt>
    <dgm:pt modelId="{ED87FBBC-2EA3-4B87-82BE-21BE2CE674CE}">
      <dgm:prSet phldrT="[Text]" phldr="0"/>
      <dgm:spPr/>
      <dgm:t>
        <a:bodyPr/>
        <a:lstStyle/>
        <a:p>
          <a:pPr rtl="0"/>
          <a:r>
            <a:rPr lang="en-US">
              <a:latin typeface="DM Serif Display"/>
            </a:rPr>
            <a:t>Layer 2 </a:t>
          </a:r>
          <a:r>
            <a:rPr lang="en-US">
              <a:solidFill>
                <a:schemeClr val="tx1"/>
              </a:solidFill>
              <a:latin typeface="DM Serif Display"/>
            </a:rPr>
            <a:t>Music </a:t>
          </a:r>
          <a:r>
            <a:rPr lang="en-US" sz="1800">
              <a:solidFill>
                <a:schemeClr val="tx1"/>
              </a:solidFill>
              <a:latin typeface="DM Serif Display"/>
            </a:rPr>
            <a:t>Genre</a:t>
          </a:r>
        </a:p>
      </dgm:t>
    </dgm:pt>
    <dgm:pt modelId="{DB9F4D92-647C-4A86-B238-528A487D6E4E}" type="parTrans" cxnId="{E6CA5A15-C4C8-4427-9F1E-80BA88B3AA3A}">
      <dgm:prSet/>
      <dgm:spPr/>
      <dgm:t>
        <a:bodyPr/>
        <a:lstStyle/>
        <a:p>
          <a:endParaRPr lang="en-US"/>
        </a:p>
      </dgm:t>
    </dgm:pt>
    <dgm:pt modelId="{70457B00-AAF6-4CC9-8212-BBA040C4206F}" type="sibTrans" cxnId="{E6CA5A15-C4C8-4427-9F1E-80BA88B3AA3A}">
      <dgm:prSet/>
      <dgm:spPr/>
      <dgm:t>
        <a:bodyPr/>
        <a:lstStyle/>
        <a:p>
          <a:endParaRPr lang="en-US"/>
        </a:p>
      </dgm:t>
    </dgm:pt>
    <dgm:pt modelId="{C64E6994-56A8-4683-A0AF-D12B00EF4F4F}">
      <dgm:prSet phldrT="[Text]" phldr="0"/>
      <dgm:spPr/>
      <dgm:t>
        <a:bodyPr/>
        <a:lstStyle/>
        <a:p>
          <a:pPr rtl="0"/>
          <a:r>
            <a:rPr lang="en-US">
              <a:latin typeface="DM Serif Display"/>
            </a:rPr>
            <a:t>Layer 3 </a:t>
          </a:r>
          <a:r>
            <a:rPr lang="en-US">
              <a:solidFill>
                <a:schemeClr val="tx1"/>
              </a:solidFill>
              <a:latin typeface="DM Serif Display"/>
            </a:rPr>
            <a:t>Song Profile Scores</a:t>
          </a:r>
          <a:endParaRPr lang="en-US">
            <a:solidFill>
              <a:schemeClr val="tx1"/>
            </a:solidFill>
          </a:endParaRPr>
        </a:p>
      </dgm:t>
    </dgm:pt>
    <dgm:pt modelId="{140DE94E-2F2F-4AF4-A2DB-D72C6B311FD8}" type="parTrans" cxnId="{8DBD6B96-A2C3-46A3-9EDD-8274C2F754C3}">
      <dgm:prSet/>
      <dgm:spPr/>
      <dgm:t>
        <a:bodyPr/>
        <a:lstStyle/>
        <a:p>
          <a:endParaRPr lang="en-US"/>
        </a:p>
      </dgm:t>
    </dgm:pt>
    <dgm:pt modelId="{D88A2ECE-33BC-4C17-AFDD-2FAF1BF3A337}" type="sibTrans" cxnId="{8DBD6B96-A2C3-46A3-9EDD-8274C2F754C3}">
      <dgm:prSet/>
      <dgm:spPr/>
      <dgm:t>
        <a:bodyPr/>
        <a:lstStyle/>
        <a:p>
          <a:endParaRPr lang="en-US"/>
        </a:p>
      </dgm:t>
    </dgm:pt>
    <dgm:pt modelId="{6CA3107D-361F-4037-B282-5C9500033E87}">
      <dgm:prSet phldr="0"/>
      <dgm:spPr/>
      <dgm:t>
        <a:bodyPr/>
        <a:lstStyle/>
        <a:p>
          <a:pPr rtl="0"/>
          <a:r>
            <a:rPr lang="en-US">
              <a:latin typeface="DM Serif Display"/>
            </a:rPr>
            <a:t>Popularity</a:t>
          </a:r>
        </a:p>
      </dgm:t>
    </dgm:pt>
    <dgm:pt modelId="{AE5E0EFE-2AF2-4823-80B9-8FE84E0EF9C8}" type="parTrans" cxnId="{25ED2CE2-A3E7-4D69-8CD2-4D1F343DAD87}">
      <dgm:prSet/>
      <dgm:spPr/>
    </dgm:pt>
    <dgm:pt modelId="{14C5A00E-E9CA-4C2B-BEEA-0A5638C7EB1A}" type="sibTrans" cxnId="{25ED2CE2-A3E7-4D69-8CD2-4D1F343DAD87}">
      <dgm:prSet/>
      <dgm:spPr/>
    </dgm:pt>
    <dgm:pt modelId="{49274BF1-79A2-4633-B319-0F005A9E2B5D}">
      <dgm:prSet phldr="0"/>
      <dgm:spPr/>
      <dgm:t>
        <a:bodyPr/>
        <a:lstStyle/>
        <a:p>
          <a:r>
            <a:rPr lang="en-US">
              <a:latin typeface="DM Serif Display"/>
            </a:rPr>
            <a:t>Danceability</a:t>
          </a:r>
        </a:p>
      </dgm:t>
    </dgm:pt>
    <dgm:pt modelId="{557A32FD-D41D-4168-96B2-276EE1903CDA}" type="parTrans" cxnId="{E0191F5A-68D5-42E8-B10D-6438415A0003}">
      <dgm:prSet/>
      <dgm:spPr/>
    </dgm:pt>
    <dgm:pt modelId="{A5D60835-6D79-4DD1-8F5B-68D75FE621FF}" type="sibTrans" cxnId="{E0191F5A-68D5-42E8-B10D-6438415A0003}">
      <dgm:prSet/>
      <dgm:spPr/>
    </dgm:pt>
    <dgm:pt modelId="{E8916999-FE96-49BB-9ABA-21F8CA1E07BF}">
      <dgm:prSet phldr="0"/>
      <dgm:spPr/>
      <dgm:t>
        <a:bodyPr/>
        <a:lstStyle/>
        <a:p>
          <a:r>
            <a:rPr lang="en-US">
              <a:latin typeface="DM Serif Display"/>
            </a:rPr>
            <a:t>Hiphop/RnB</a:t>
          </a:r>
        </a:p>
      </dgm:t>
    </dgm:pt>
    <dgm:pt modelId="{34EBFE3F-B428-468C-A352-4E6CA654C90C}" type="parTrans" cxnId="{817A7F61-B527-444F-9D3F-55E59DC23133}">
      <dgm:prSet/>
      <dgm:spPr/>
    </dgm:pt>
    <dgm:pt modelId="{D4E9D880-0E6A-48F8-98D7-A84B6633FFCD}" type="sibTrans" cxnId="{817A7F61-B527-444F-9D3F-55E59DC23133}">
      <dgm:prSet/>
      <dgm:spPr/>
    </dgm:pt>
    <dgm:pt modelId="{CF9DF723-42F0-47B9-BEE4-BE0253F7A0C6}">
      <dgm:prSet phldr="0"/>
      <dgm:spPr/>
      <dgm:t>
        <a:bodyPr/>
        <a:lstStyle/>
        <a:p>
          <a:r>
            <a:rPr lang="en-US">
              <a:latin typeface="DM Serif Display"/>
            </a:rPr>
            <a:t>World</a:t>
          </a:r>
        </a:p>
      </dgm:t>
    </dgm:pt>
    <dgm:pt modelId="{17DA3F47-1FF0-4E25-965F-EB99BA0598F9}" type="parTrans" cxnId="{5D67DED9-6FC3-4961-96BE-D7A6734E6186}">
      <dgm:prSet/>
      <dgm:spPr/>
    </dgm:pt>
    <dgm:pt modelId="{04A6A529-C3B2-459C-A9AB-E05C0736CE82}" type="sibTrans" cxnId="{5D67DED9-6FC3-4961-96BE-D7A6734E6186}">
      <dgm:prSet/>
      <dgm:spPr/>
    </dgm:pt>
    <dgm:pt modelId="{F1A0FC7D-44A4-448E-9DEF-E67BAA36E61E}">
      <dgm:prSet phldr="0"/>
      <dgm:spPr/>
      <dgm:t>
        <a:bodyPr/>
        <a:lstStyle/>
        <a:p>
          <a:r>
            <a:rPr lang="en-US">
              <a:latin typeface="DM Serif Display"/>
            </a:rPr>
            <a:t>Metal</a:t>
          </a:r>
          <a:endParaRPr lang="en-US" sz="1800">
            <a:latin typeface="DM Serif Display"/>
          </a:endParaRPr>
        </a:p>
      </dgm:t>
    </dgm:pt>
    <dgm:pt modelId="{9A8F9151-6CC6-4A0A-9E6F-58EC1A2C046A}" type="parTrans" cxnId="{2DDE98ED-832A-4290-89D9-75BB37464B27}">
      <dgm:prSet/>
      <dgm:spPr/>
    </dgm:pt>
    <dgm:pt modelId="{906F2C50-BEDB-4B05-9263-14D52D933762}" type="sibTrans" cxnId="{2DDE98ED-832A-4290-89D9-75BB37464B27}">
      <dgm:prSet/>
      <dgm:spPr/>
    </dgm:pt>
    <dgm:pt modelId="{19AA3FCF-CC03-4D69-8903-173F9F736543}">
      <dgm:prSet phldr="0"/>
      <dgm:spPr/>
      <dgm:t>
        <a:bodyPr/>
        <a:lstStyle/>
        <a:p>
          <a:r>
            <a:rPr lang="en-US">
              <a:latin typeface="DM Serif Display"/>
            </a:rPr>
            <a:t>Dance</a:t>
          </a:r>
        </a:p>
      </dgm:t>
    </dgm:pt>
    <dgm:pt modelId="{308B994E-DE93-4FE2-A8A0-B84C8FE5853B}" type="parTrans" cxnId="{0E2EC3B6-A88E-4413-879B-F835ABE306D8}">
      <dgm:prSet/>
      <dgm:spPr/>
    </dgm:pt>
    <dgm:pt modelId="{722A2AD9-50A2-4DC3-B479-38F46D00C88C}" type="sibTrans" cxnId="{0E2EC3B6-A88E-4413-879B-F835ABE306D8}">
      <dgm:prSet/>
      <dgm:spPr/>
    </dgm:pt>
    <dgm:pt modelId="{EAA23D69-09C4-4A06-B0B7-E982413CFF85}">
      <dgm:prSet phldr="0"/>
      <dgm:spPr/>
      <dgm:t>
        <a:bodyPr/>
        <a:lstStyle/>
        <a:p>
          <a:pPr rtl="0"/>
          <a:r>
            <a:rPr lang="en-US">
              <a:latin typeface="DM Serif Display"/>
            </a:rPr>
            <a:t>Club</a:t>
          </a:r>
        </a:p>
      </dgm:t>
    </dgm:pt>
    <dgm:pt modelId="{F5989373-712B-4530-9D25-A165F43707DB}" type="parTrans" cxnId="{22CF0B9B-372B-434E-ABB8-7D6CDAEBF797}">
      <dgm:prSet/>
      <dgm:spPr/>
    </dgm:pt>
    <dgm:pt modelId="{507B75A2-1363-455C-B336-5C7EE2D46ED9}" type="sibTrans" cxnId="{22CF0B9B-372B-434E-ABB8-7D6CDAEBF797}">
      <dgm:prSet/>
      <dgm:spPr/>
    </dgm:pt>
    <dgm:pt modelId="{111F8059-5A48-48D4-BDAB-A22EC43842DD}">
      <dgm:prSet phldr="0"/>
      <dgm:spPr/>
      <dgm:t>
        <a:bodyPr/>
        <a:lstStyle/>
        <a:p>
          <a:r>
            <a:rPr lang="en-US">
              <a:latin typeface="DM Serif Display"/>
            </a:rPr>
            <a:t>Classical</a:t>
          </a:r>
        </a:p>
      </dgm:t>
    </dgm:pt>
    <dgm:pt modelId="{8B6F6EAA-8B83-4CEE-8671-B2253A819A85}" type="parTrans" cxnId="{0A5C1981-5B45-4692-863A-2D741F2DBE23}">
      <dgm:prSet/>
      <dgm:spPr/>
    </dgm:pt>
    <dgm:pt modelId="{89833062-F62F-4C80-86FB-5494B1DA83BF}" type="sibTrans" cxnId="{0A5C1981-5B45-4692-863A-2D741F2DBE23}">
      <dgm:prSet/>
      <dgm:spPr/>
    </dgm:pt>
    <dgm:pt modelId="{33455C16-C454-4B55-B58B-667577C73BE9}">
      <dgm:prSet phldr="0"/>
      <dgm:spPr/>
      <dgm:t>
        <a:bodyPr/>
        <a:lstStyle/>
        <a:p>
          <a:r>
            <a:rPr lang="en-US">
              <a:latin typeface="DM Serif Display"/>
            </a:rPr>
            <a:t>Niche</a:t>
          </a:r>
        </a:p>
      </dgm:t>
    </dgm:pt>
    <dgm:pt modelId="{139B9589-AF86-4B6A-8A2E-1556B0E92776}" type="parTrans" cxnId="{3D5222D4-2CEB-476F-B9E7-C0D6A588B1F8}">
      <dgm:prSet/>
      <dgm:spPr/>
    </dgm:pt>
    <dgm:pt modelId="{40539590-5521-4F85-8A34-7C6CD485E317}" type="sibTrans" cxnId="{3D5222D4-2CEB-476F-B9E7-C0D6A588B1F8}">
      <dgm:prSet/>
      <dgm:spPr/>
    </dgm:pt>
    <dgm:pt modelId="{2B7799EF-2E97-4FDC-80AA-8CE757514233}">
      <dgm:prSet phldr="0"/>
      <dgm:spPr/>
      <dgm:t>
        <a:bodyPr/>
        <a:lstStyle/>
        <a:p>
          <a:r>
            <a:rPr lang="en-US" sz="1800">
              <a:latin typeface="DM Serif Display"/>
            </a:rPr>
            <a:t>113 specific music genres such as:</a:t>
          </a:r>
          <a:endParaRPr lang="en-US" sz="1800"/>
        </a:p>
      </dgm:t>
    </dgm:pt>
    <dgm:pt modelId="{F473774F-84E4-4DE3-9F20-0D35AA4353DA}" type="parTrans" cxnId="{D834900A-FF12-4D3F-AC7B-E9D2694C7C09}">
      <dgm:prSet/>
      <dgm:spPr/>
    </dgm:pt>
    <dgm:pt modelId="{4A857024-C4C9-4DEF-B0B3-5DC59DA7B87A}" type="sibTrans" cxnId="{D834900A-FF12-4D3F-AC7B-E9D2694C7C09}">
      <dgm:prSet/>
      <dgm:spPr/>
    </dgm:pt>
    <dgm:pt modelId="{D0665506-0269-4345-8407-BECDF229E9F3}">
      <dgm:prSet phldr="0"/>
      <dgm:spPr/>
      <dgm:t>
        <a:bodyPr/>
        <a:lstStyle/>
        <a:p>
          <a:pPr rtl="0"/>
          <a:r>
            <a:rPr lang="en-US" sz="1800">
              <a:latin typeface="DM Serif Display"/>
            </a:rPr>
            <a:t>Indie-pop, K-Pop</a:t>
          </a:r>
        </a:p>
      </dgm:t>
    </dgm:pt>
    <dgm:pt modelId="{0150D731-00F2-490B-A73B-A843AEF8DA63}" type="parTrans" cxnId="{D1F099E8-D52E-4B1A-ACAB-82C3AA933C9A}">
      <dgm:prSet/>
      <dgm:spPr/>
    </dgm:pt>
    <dgm:pt modelId="{84174219-5EAB-4726-BB3E-2251E3764FD1}" type="sibTrans" cxnId="{D1F099E8-D52E-4B1A-ACAB-82C3AA933C9A}">
      <dgm:prSet/>
      <dgm:spPr/>
    </dgm:pt>
    <dgm:pt modelId="{2B00CD40-920D-4761-81FB-D4557281A952}">
      <dgm:prSet phldr="0"/>
      <dgm:spPr/>
      <dgm:t>
        <a:bodyPr/>
        <a:lstStyle/>
        <a:p>
          <a:pPr rtl="0"/>
          <a:r>
            <a:rPr lang="en-US">
              <a:latin typeface="DM Serif Display"/>
            </a:rPr>
            <a:t>Rock, Garage</a:t>
          </a:r>
        </a:p>
      </dgm:t>
    </dgm:pt>
    <dgm:pt modelId="{AA326FCA-4F56-484E-8EF8-B19AC7DD5232}" type="parTrans" cxnId="{A9674403-83BA-4178-8F5E-C1F3543DF5E6}">
      <dgm:prSet/>
      <dgm:spPr/>
    </dgm:pt>
    <dgm:pt modelId="{A3C2F382-2FAF-467D-B4E3-2135D59985D0}" type="sibTrans" cxnId="{A9674403-83BA-4178-8F5E-C1F3543DF5E6}">
      <dgm:prSet/>
      <dgm:spPr/>
    </dgm:pt>
    <dgm:pt modelId="{96E14A57-768A-483D-A0C7-5C2495964363}">
      <dgm:prSet phldr="0"/>
      <dgm:spPr/>
      <dgm:t>
        <a:bodyPr/>
        <a:lstStyle/>
        <a:p>
          <a:pPr rtl="0"/>
          <a:r>
            <a:rPr lang="en-US">
              <a:latin typeface="DM Serif Display"/>
            </a:rPr>
            <a:t>Country, Folk</a:t>
          </a:r>
        </a:p>
      </dgm:t>
    </dgm:pt>
    <dgm:pt modelId="{2862D738-869B-485E-B9A3-7FE4B5EF1CD5}" type="parTrans" cxnId="{502F79BA-D533-4983-908D-E2CAD115696D}">
      <dgm:prSet/>
      <dgm:spPr/>
    </dgm:pt>
    <dgm:pt modelId="{1278D096-770E-48B1-AF1B-657D9F30881D}" type="sibTrans" cxnId="{502F79BA-D533-4983-908D-E2CAD115696D}">
      <dgm:prSet/>
      <dgm:spPr/>
    </dgm:pt>
    <dgm:pt modelId="{9E9750A4-BD78-4187-80E8-A9BE2721E4AE}">
      <dgm:prSet phldr="0"/>
      <dgm:spPr/>
      <dgm:t>
        <a:bodyPr/>
        <a:lstStyle/>
        <a:p>
          <a:pPr rtl="0"/>
          <a:r>
            <a:rPr lang="en-US">
              <a:latin typeface="DM Serif Display"/>
            </a:rPr>
            <a:t>Disco, Reggaeton</a:t>
          </a:r>
        </a:p>
      </dgm:t>
    </dgm:pt>
    <dgm:pt modelId="{841564D1-6E7F-432C-90F0-16015977099F}" type="parTrans" cxnId="{67EA40EC-D7B6-4301-8114-C0DB49050A0C}">
      <dgm:prSet/>
      <dgm:spPr/>
    </dgm:pt>
    <dgm:pt modelId="{9330A3A5-3E4A-4265-82BD-36929DE66005}" type="sibTrans" cxnId="{67EA40EC-D7B6-4301-8114-C0DB49050A0C}">
      <dgm:prSet/>
      <dgm:spPr/>
    </dgm:pt>
    <dgm:pt modelId="{E353383A-9AED-4134-AFAB-967CE3C67B90}">
      <dgm:prSet phldr="0"/>
      <dgm:spPr/>
      <dgm:t>
        <a:bodyPr/>
        <a:lstStyle/>
        <a:p>
          <a:r>
            <a:rPr lang="en-US">
              <a:latin typeface="DM Serif Display"/>
            </a:rPr>
            <a:t>Singer-songwriter</a:t>
          </a:r>
        </a:p>
      </dgm:t>
    </dgm:pt>
    <dgm:pt modelId="{64A0A904-07DE-4454-8427-82F5475B5045}" type="parTrans" cxnId="{A9A981EA-188F-4E38-9F1C-CE4C7878849E}">
      <dgm:prSet/>
      <dgm:spPr/>
    </dgm:pt>
    <dgm:pt modelId="{07E814D4-1ACD-4F00-B43F-34730A6C7E59}" type="sibTrans" cxnId="{A9A981EA-188F-4E38-9F1C-CE4C7878849E}">
      <dgm:prSet/>
      <dgm:spPr/>
    </dgm:pt>
    <dgm:pt modelId="{D5573A89-F2A3-479D-94DB-FF988B2849EB}">
      <dgm:prSet phldr="0"/>
      <dgm:spPr/>
      <dgm:t>
        <a:bodyPr/>
        <a:lstStyle/>
        <a:p>
          <a:r>
            <a:rPr lang="en-US">
              <a:latin typeface="DM Serif Display"/>
            </a:rPr>
            <a:t>Energy</a:t>
          </a:r>
        </a:p>
      </dgm:t>
    </dgm:pt>
    <dgm:pt modelId="{4E7C424F-A5C7-489E-8E2F-54DF2310F612}" type="parTrans" cxnId="{D210EF7B-6D7D-4692-9A63-46C4B760893D}">
      <dgm:prSet/>
      <dgm:spPr/>
    </dgm:pt>
    <dgm:pt modelId="{A6742A97-1736-4F64-8463-0B126AEE7212}" type="sibTrans" cxnId="{D210EF7B-6D7D-4692-9A63-46C4B760893D}">
      <dgm:prSet/>
      <dgm:spPr/>
    </dgm:pt>
    <dgm:pt modelId="{66962BBD-4901-4F53-AFA5-885DD2001C35}">
      <dgm:prSet phldr="0"/>
      <dgm:spPr/>
      <dgm:t>
        <a:bodyPr/>
        <a:lstStyle/>
        <a:p>
          <a:r>
            <a:rPr lang="en-US">
              <a:latin typeface="DM Serif Display"/>
            </a:rPr>
            <a:t>Accousticness</a:t>
          </a:r>
        </a:p>
      </dgm:t>
    </dgm:pt>
    <dgm:pt modelId="{27BD55DD-F6AB-4B1E-B9A3-2D79B6529C60}" type="parTrans" cxnId="{8F80D173-5636-45A5-9D7C-520F6D7815F1}">
      <dgm:prSet/>
      <dgm:spPr/>
    </dgm:pt>
    <dgm:pt modelId="{0D5A658D-B267-4BCF-B9FB-0C2556F273EA}" type="sibTrans" cxnId="{8F80D173-5636-45A5-9D7C-520F6D7815F1}">
      <dgm:prSet/>
      <dgm:spPr/>
    </dgm:pt>
    <dgm:pt modelId="{82684348-53F5-4208-AFDF-D1E2D62AFBD5}">
      <dgm:prSet phldr="0"/>
      <dgm:spPr/>
      <dgm:t>
        <a:bodyPr/>
        <a:lstStyle/>
        <a:p>
          <a:pPr rtl="0"/>
          <a:r>
            <a:rPr lang="en-US">
              <a:latin typeface="DM Serif Display"/>
            </a:rPr>
            <a:t>Instrumentalness</a:t>
          </a:r>
        </a:p>
      </dgm:t>
    </dgm:pt>
    <dgm:pt modelId="{28FE5AED-9D0C-4948-B45E-19C1BB3E875A}" type="parTrans" cxnId="{D02C7BF5-6266-4752-8CCC-2D3CF5E8DC77}">
      <dgm:prSet/>
      <dgm:spPr/>
    </dgm:pt>
    <dgm:pt modelId="{0810A379-C56E-40AF-A62D-9CEDE52DB896}" type="sibTrans" cxnId="{D02C7BF5-6266-4752-8CCC-2D3CF5E8DC77}">
      <dgm:prSet/>
      <dgm:spPr/>
    </dgm:pt>
    <dgm:pt modelId="{1EB5C7A5-7FF5-4DF2-9616-F2A0CD434C26}">
      <dgm:prSet phldr="0"/>
      <dgm:spPr/>
      <dgm:t>
        <a:bodyPr/>
        <a:lstStyle/>
        <a:p>
          <a:pPr rtl="0"/>
          <a:r>
            <a:rPr lang="en-US">
              <a:latin typeface="DM Serif Display"/>
            </a:rPr>
            <a:t>Liveness</a:t>
          </a:r>
        </a:p>
      </dgm:t>
    </dgm:pt>
    <dgm:pt modelId="{E70E0D59-B504-419E-B821-86DB4BA92532}" type="parTrans" cxnId="{E23A2A73-3BC5-4CE5-9220-097E8F8DB751}">
      <dgm:prSet/>
      <dgm:spPr/>
    </dgm:pt>
    <dgm:pt modelId="{444A054E-FFCB-4E67-8081-3CD0963FEE86}" type="sibTrans" cxnId="{E23A2A73-3BC5-4CE5-9220-097E8F8DB751}">
      <dgm:prSet/>
      <dgm:spPr/>
    </dgm:pt>
    <dgm:pt modelId="{B8F38C02-099E-489C-A671-98AFDE859578}">
      <dgm:prSet phldr="0"/>
      <dgm:spPr/>
      <dgm:t>
        <a:bodyPr/>
        <a:lstStyle/>
        <a:p>
          <a:r>
            <a:rPr lang="en-US">
              <a:latin typeface="DM Serif Display"/>
            </a:rPr>
            <a:t>Valence</a:t>
          </a:r>
        </a:p>
      </dgm:t>
    </dgm:pt>
    <dgm:pt modelId="{9DA20968-20F1-41A7-9271-102B0C75A3FD}" type="parTrans" cxnId="{1A2552DB-0994-4158-A674-281377E4F72A}">
      <dgm:prSet/>
      <dgm:spPr/>
    </dgm:pt>
    <dgm:pt modelId="{4145ECF5-DC71-486C-B92E-6A6F81A33B79}" type="sibTrans" cxnId="{1A2552DB-0994-4158-A674-281377E4F72A}">
      <dgm:prSet/>
      <dgm:spPr/>
    </dgm:pt>
    <dgm:pt modelId="{39E7DB8A-5BF7-4EF9-B776-0CD8F4B4A639}">
      <dgm:prSet phldr="0"/>
      <dgm:spPr/>
      <dgm:t>
        <a:bodyPr/>
        <a:lstStyle/>
        <a:p>
          <a:r>
            <a:rPr lang="en-US" sz="1800">
              <a:latin typeface="DM Serif Display"/>
            </a:rPr>
            <a:t>Tempo</a:t>
          </a:r>
        </a:p>
      </dgm:t>
    </dgm:pt>
    <dgm:pt modelId="{F7C039DD-60E7-4DC3-B975-74EEBFBD54A6}" type="parTrans" cxnId="{3B4DE1E6-5918-4938-B089-3A1DBEF107F2}">
      <dgm:prSet/>
      <dgm:spPr/>
    </dgm:pt>
    <dgm:pt modelId="{734F200E-A749-4627-BE80-BDB31BDFA675}" type="sibTrans" cxnId="{3B4DE1E6-5918-4938-B089-3A1DBEF107F2}">
      <dgm:prSet/>
      <dgm:spPr/>
    </dgm:pt>
    <dgm:pt modelId="{AA6E14C8-FBD0-479F-9D2E-0674D5A9DCB3}">
      <dgm:prSet phldr="0"/>
      <dgm:spPr/>
      <dgm:t>
        <a:bodyPr/>
        <a:lstStyle/>
        <a:p>
          <a:r>
            <a:rPr lang="en-US" sz="1800">
              <a:latin typeface="DM Serif Display"/>
            </a:rPr>
            <a:t>Loudness</a:t>
          </a:r>
        </a:p>
      </dgm:t>
    </dgm:pt>
    <dgm:pt modelId="{F72C072F-A86C-4599-82FF-6D602316C9F7}" type="parTrans" cxnId="{FED97A10-9BA5-4088-9F1D-EA4C0B81900B}">
      <dgm:prSet/>
      <dgm:spPr/>
    </dgm:pt>
    <dgm:pt modelId="{F321208B-E1F3-48B2-AE33-2E6DE7F00E2A}" type="sibTrans" cxnId="{FED97A10-9BA5-4088-9F1D-EA4C0B81900B}">
      <dgm:prSet/>
      <dgm:spPr/>
    </dgm:pt>
    <dgm:pt modelId="{E85A6816-D5CF-42C7-8A0B-5A10ACCD6496}">
      <dgm:prSet phldr="0"/>
      <dgm:spPr/>
      <dgm:t>
        <a:bodyPr/>
        <a:lstStyle/>
        <a:p>
          <a:pPr rtl="0"/>
          <a:endParaRPr lang="en-US" sz="1800">
            <a:latin typeface="DM Serif Display"/>
          </a:endParaRPr>
        </a:p>
      </dgm:t>
    </dgm:pt>
    <dgm:pt modelId="{D1A57031-C429-4E55-8DB6-C8D108790E9C}" type="parTrans" cxnId="{8F0CDD5E-7872-4E2E-8B22-B858B3669E1D}">
      <dgm:prSet/>
      <dgm:spPr/>
    </dgm:pt>
    <dgm:pt modelId="{E7500A4B-AC98-433D-9295-E85EAF428A98}" type="sibTrans" cxnId="{8F0CDD5E-7872-4E2E-8B22-B858B3669E1D}">
      <dgm:prSet/>
      <dgm:spPr/>
    </dgm:pt>
    <dgm:pt modelId="{B4601753-D1D8-40B7-8834-384C4F112200}" type="pres">
      <dgm:prSet presAssocID="{5E417697-D5D5-4EA6-83BD-68538A688C9D}" presName="Name0" presStyleCnt="0">
        <dgm:presLayoutVars>
          <dgm:dir/>
          <dgm:resizeHandles val="exact"/>
        </dgm:presLayoutVars>
      </dgm:prSet>
      <dgm:spPr/>
    </dgm:pt>
    <dgm:pt modelId="{73C46913-3600-4E2D-BAF8-339B10A4125B}" type="pres">
      <dgm:prSet presAssocID="{C2C5646D-33FB-4BB3-AFD9-73BC0C4DF75F}" presName="node" presStyleLbl="node1" presStyleIdx="0" presStyleCnt="3">
        <dgm:presLayoutVars>
          <dgm:bulletEnabled val="1"/>
        </dgm:presLayoutVars>
      </dgm:prSet>
      <dgm:spPr/>
    </dgm:pt>
    <dgm:pt modelId="{3551B697-60FD-4B9E-B75F-E3879109420D}" type="pres">
      <dgm:prSet presAssocID="{BE112E9B-9093-4200-8FC2-E748A3804AF9}" presName="sibTrans" presStyleCnt="0"/>
      <dgm:spPr/>
    </dgm:pt>
    <dgm:pt modelId="{63B9B6E3-F3AB-4E17-BFE6-1DE4FC61C456}" type="pres">
      <dgm:prSet presAssocID="{ED87FBBC-2EA3-4B87-82BE-21BE2CE674CE}" presName="node" presStyleLbl="node1" presStyleIdx="1" presStyleCnt="3">
        <dgm:presLayoutVars>
          <dgm:bulletEnabled val="1"/>
        </dgm:presLayoutVars>
      </dgm:prSet>
      <dgm:spPr/>
    </dgm:pt>
    <dgm:pt modelId="{FC8AB647-E96E-4D14-BE14-23B73CA38DA6}" type="pres">
      <dgm:prSet presAssocID="{70457B00-AAF6-4CC9-8212-BBA040C4206F}" presName="sibTrans" presStyleCnt="0"/>
      <dgm:spPr/>
    </dgm:pt>
    <dgm:pt modelId="{8FA2D1D8-819E-434E-A0CD-0CBD46C0A780}" type="pres">
      <dgm:prSet presAssocID="{C64E6994-56A8-4683-A0AF-D12B00EF4F4F}" presName="node" presStyleLbl="node1" presStyleIdx="2" presStyleCnt="3">
        <dgm:presLayoutVars>
          <dgm:bulletEnabled val="1"/>
        </dgm:presLayoutVars>
      </dgm:prSet>
      <dgm:spPr/>
    </dgm:pt>
  </dgm:ptLst>
  <dgm:cxnLst>
    <dgm:cxn modelId="{A9674403-83BA-4178-8F5E-C1F3543DF5E6}" srcId="{ED87FBBC-2EA3-4B87-82BE-21BE2CE674CE}" destId="{2B00CD40-920D-4761-81FB-D4557281A952}" srcOrd="2" destOrd="0" parTransId="{AA326FCA-4F56-484E-8EF8-B19AC7DD5232}" sibTransId="{A3C2F382-2FAF-467D-B4E3-2135D59985D0}"/>
    <dgm:cxn modelId="{ACD88B04-AC02-4A03-88C6-52F0533D5DC3}" type="presOf" srcId="{33455C16-C454-4B55-B58B-667577C73BE9}" destId="{73C46913-3600-4E2D-BAF8-339B10A4125B}" srcOrd="0" destOrd="10" presId="urn:microsoft.com/office/officeart/2005/8/layout/hList6"/>
    <dgm:cxn modelId="{01237108-0162-4B4C-8710-3E6B41A627A6}" type="presOf" srcId="{66962BBD-4901-4F53-AFA5-885DD2001C35}" destId="{8FA2D1D8-819E-434E-A0CD-0CBD46C0A780}" srcOrd="0" destOrd="4" presId="urn:microsoft.com/office/officeart/2005/8/layout/hList6"/>
    <dgm:cxn modelId="{D834900A-FF12-4D3F-AC7B-E9D2694C7C09}" srcId="{ED87FBBC-2EA3-4B87-82BE-21BE2CE674CE}" destId="{2B7799EF-2E97-4FDC-80AA-8CE757514233}" srcOrd="0" destOrd="0" parTransId="{F473774F-84E4-4DE3-9F20-0D35AA4353DA}" sibTransId="{4A857024-C4C9-4DEF-B0B3-5DC59DA7B87A}"/>
    <dgm:cxn modelId="{FED97A10-9BA5-4088-9F1D-EA4C0B81900B}" srcId="{C64E6994-56A8-4683-A0AF-D12B00EF4F4F}" destId="{AA6E14C8-FBD0-479F-9D2E-0674D5A9DCB3}" srcOrd="8" destOrd="0" parTransId="{F72C072F-A86C-4599-82FF-6D602316C9F7}" sibTransId="{F321208B-E1F3-48B2-AE33-2E6DE7F00E2A}"/>
    <dgm:cxn modelId="{74351111-481D-48E5-B714-90EC5DEFCCAC}" type="presOf" srcId="{C2C5646D-33FB-4BB3-AFD9-73BC0C4DF75F}" destId="{73C46913-3600-4E2D-BAF8-339B10A4125B}" srcOrd="0" destOrd="0" presId="urn:microsoft.com/office/officeart/2005/8/layout/hList6"/>
    <dgm:cxn modelId="{D3C3A912-5375-4967-9C72-302BFDEDCE06}" type="presOf" srcId="{111F8059-5A48-48D4-BDAB-A22EC43842DD}" destId="{73C46913-3600-4E2D-BAF8-339B10A4125B}" srcOrd="0" destOrd="9" presId="urn:microsoft.com/office/officeart/2005/8/layout/hList6"/>
    <dgm:cxn modelId="{4F19A614-171D-41D3-9EAB-2F6A453B8B25}" srcId="{C2C5646D-33FB-4BB3-AFD9-73BC0C4DF75F}" destId="{8CB07E1B-550B-4A6B-89AF-CC45C89D44B3}" srcOrd="0" destOrd="0" parTransId="{6F8E4957-8863-4969-85EA-88CE50082191}" sibTransId="{6ADF0E12-B3D7-4A79-B24A-70551A31ECCD}"/>
    <dgm:cxn modelId="{015B6E15-9C6E-4C45-AE9B-2667A3F36381}" srcId="{5E417697-D5D5-4EA6-83BD-68538A688C9D}" destId="{C2C5646D-33FB-4BB3-AFD9-73BC0C4DF75F}" srcOrd="0" destOrd="0" parTransId="{4FF2A806-A336-48CC-AEAE-F86282266728}" sibTransId="{BE112E9B-9093-4200-8FC2-E748A3804AF9}"/>
    <dgm:cxn modelId="{E6CA5A15-C4C8-4427-9F1E-80BA88B3AA3A}" srcId="{5E417697-D5D5-4EA6-83BD-68538A688C9D}" destId="{ED87FBBC-2EA3-4B87-82BE-21BE2CE674CE}" srcOrd="1" destOrd="0" parTransId="{DB9F4D92-647C-4A86-B238-528A487D6E4E}" sibTransId="{70457B00-AAF6-4CC9-8212-BBA040C4206F}"/>
    <dgm:cxn modelId="{FED6F524-BEBF-4EF8-8FB8-D3045F50ED86}" type="presOf" srcId="{8CB07E1B-550B-4A6B-89AF-CC45C89D44B3}" destId="{73C46913-3600-4E2D-BAF8-339B10A4125B}" srcOrd="0" destOrd="1" presId="urn:microsoft.com/office/officeart/2005/8/layout/hList6"/>
    <dgm:cxn modelId="{D035B428-7ED5-4F69-932B-119D24CDC843}" type="presOf" srcId="{F1A0FC7D-44A4-448E-9DEF-E67BAA36E61E}" destId="{73C46913-3600-4E2D-BAF8-339B10A4125B}" srcOrd="0" destOrd="6" presId="urn:microsoft.com/office/officeart/2005/8/layout/hList6"/>
    <dgm:cxn modelId="{6EF9043B-95BF-4826-8ED2-798C83E650CF}" type="presOf" srcId="{E353383A-9AED-4134-AFAB-967CE3C67B90}" destId="{63B9B6E3-F3AB-4E17-BFE6-1DE4FC61C456}" srcOrd="0" destOrd="6" presId="urn:microsoft.com/office/officeart/2005/8/layout/hList6"/>
    <dgm:cxn modelId="{8F0CDD5E-7872-4E2E-8B22-B858B3669E1D}" srcId="{C64E6994-56A8-4683-A0AF-D12B00EF4F4F}" destId="{E85A6816-D5CF-42C7-8A0B-5A10ACCD6496}" srcOrd="9" destOrd="0" parTransId="{D1A57031-C429-4E55-8DB6-C8D108790E9C}" sibTransId="{E7500A4B-AC98-433D-9295-E85EAF428A98}"/>
    <dgm:cxn modelId="{7D1C1B5F-66FA-4CE5-B66C-1437E2D6974B}" type="presOf" srcId="{19AA3FCF-CC03-4D69-8903-173F9F736543}" destId="{73C46913-3600-4E2D-BAF8-339B10A4125B}" srcOrd="0" destOrd="7" presId="urn:microsoft.com/office/officeart/2005/8/layout/hList6"/>
    <dgm:cxn modelId="{817A7F61-B527-444F-9D3F-55E59DC23133}" srcId="{C2C5646D-33FB-4BB3-AFD9-73BC0C4DF75F}" destId="{E8916999-FE96-49BB-9ABA-21F8CA1E07BF}" srcOrd="3" destOrd="0" parTransId="{34EBFE3F-B428-468C-A352-4E6CA654C90C}" sibTransId="{D4E9D880-0E6A-48F8-98D7-A84B6633FFCD}"/>
    <dgm:cxn modelId="{3F2DD069-C636-4831-8310-48835134B82E}" type="presOf" srcId="{03A2D7B3-5BC8-4831-8D40-51B577713BD9}" destId="{73C46913-3600-4E2D-BAF8-339B10A4125B}" srcOrd="0" destOrd="2" presId="urn:microsoft.com/office/officeart/2005/8/layout/hList6"/>
    <dgm:cxn modelId="{6EFDCF4D-6EC3-4755-AA9B-F498B6371C17}" type="presOf" srcId="{82684348-53F5-4208-AFDF-D1E2D62AFBD5}" destId="{8FA2D1D8-819E-434E-A0CD-0CBD46C0A780}" srcOrd="0" destOrd="5" presId="urn:microsoft.com/office/officeart/2005/8/layout/hList6"/>
    <dgm:cxn modelId="{2C66BB4E-9254-4FB0-BAB8-06BDD3F348F5}" type="presOf" srcId="{D5573A89-F2A3-479D-94DB-FF988B2849EB}" destId="{8FA2D1D8-819E-434E-A0CD-0CBD46C0A780}" srcOrd="0" destOrd="3" presId="urn:microsoft.com/office/officeart/2005/8/layout/hList6"/>
    <dgm:cxn modelId="{E23A2A73-3BC5-4CE5-9220-097E8F8DB751}" srcId="{C64E6994-56A8-4683-A0AF-D12B00EF4F4F}" destId="{1EB5C7A5-7FF5-4DF2-9616-F2A0CD434C26}" srcOrd="5" destOrd="0" parTransId="{E70E0D59-B504-419E-B821-86DB4BA92532}" sibTransId="{444A054E-FFCB-4E67-8081-3CD0963FEE86}"/>
    <dgm:cxn modelId="{8F80D173-5636-45A5-9D7C-520F6D7815F1}" srcId="{C64E6994-56A8-4683-A0AF-D12B00EF4F4F}" destId="{66962BBD-4901-4F53-AFA5-885DD2001C35}" srcOrd="3" destOrd="0" parTransId="{27BD55DD-F6AB-4B1E-B9A3-2D79B6529C60}" sibTransId="{0D5A658D-B267-4BCF-B9FB-0C2556F273EA}"/>
    <dgm:cxn modelId="{E0191F5A-68D5-42E8-B10D-6438415A0003}" srcId="{C64E6994-56A8-4683-A0AF-D12B00EF4F4F}" destId="{49274BF1-79A2-4633-B319-0F005A9E2B5D}" srcOrd="1" destOrd="0" parTransId="{557A32FD-D41D-4168-96B2-276EE1903CDA}" sibTransId="{A5D60835-6D79-4DD1-8F5B-68D75FE621FF}"/>
    <dgm:cxn modelId="{F3DB637A-2DCA-44AE-B0C7-64E78AD6636D}" type="presOf" srcId="{E85A6816-D5CF-42C7-8A0B-5A10ACCD6496}" destId="{8FA2D1D8-819E-434E-A0CD-0CBD46C0A780}" srcOrd="0" destOrd="10" presId="urn:microsoft.com/office/officeart/2005/8/layout/hList6"/>
    <dgm:cxn modelId="{D210EF7B-6D7D-4692-9A63-46C4B760893D}" srcId="{C64E6994-56A8-4683-A0AF-D12B00EF4F4F}" destId="{D5573A89-F2A3-479D-94DB-FF988B2849EB}" srcOrd="2" destOrd="0" parTransId="{4E7C424F-A5C7-489E-8E2F-54DF2310F612}" sibTransId="{A6742A97-1736-4F64-8463-0B126AEE7212}"/>
    <dgm:cxn modelId="{0A5C1981-5B45-4692-863A-2D741F2DBE23}" srcId="{C2C5646D-33FB-4BB3-AFD9-73BC0C4DF75F}" destId="{111F8059-5A48-48D4-BDAB-A22EC43842DD}" srcOrd="8" destOrd="0" parTransId="{8B6F6EAA-8B83-4CEE-8671-B2253A819A85}" sibTransId="{89833062-F62F-4C80-86FB-5494B1DA83BF}"/>
    <dgm:cxn modelId="{05CE3282-62F9-4E66-B374-48A3AF99D97F}" type="presOf" srcId="{C64E6994-56A8-4683-A0AF-D12B00EF4F4F}" destId="{8FA2D1D8-819E-434E-A0CD-0CBD46C0A780}" srcOrd="0" destOrd="0" presId="urn:microsoft.com/office/officeart/2005/8/layout/hList6"/>
    <dgm:cxn modelId="{39BFFF82-D998-4326-906F-5FCD5152984A}" type="presOf" srcId="{AA6E14C8-FBD0-479F-9D2E-0674D5A9DCB3}" destId="{8FA2D1D8-819E-434E-A0CD-0CBD46C0A780}" srcOrd="0" destOrd="9" presId="urn:microsoft.com/office/officeart/2005/8/layout/hList6"/>
    <dgm:cxn modelId="{F706F084-9EC9-41F0-A16F-E9998AA606D6}" type="presOf" srcId="{5E417697-D5D5-4EA6-83BD-68538A688C9D}" destId="{B4601753-D1D8-40B7-8834-384C4F112200}" srcOrd="0" destOrd="0" presId="urn:microsoft.com/office/officeart/2005/8/layout/hList6"/>
    <dgm:cxn modelId="{FC85338B-CACC-450C-8115-B7957A0ABA07}" type="presOf" srcId="{9E9750A4-BD78-4187-80E8-A9BE2721E4AE}" destId="{63B9B6E3-F3AB-4E17-BFE6-1DE4FC61C456}" srcOrd="0" destOrd="5" presId="urn:microsoft.com/office/officeart/2005/8/layout/hList6"/>
    <dgm:cxn modelId="{AB98E992-25EF-450F-A57E-9A054FB60EF9}" srcId="{C2C5646D-33FB-4BB3-AFD9-73BC0C4DF75F}" destId="{03A2D7B3-5BC8-4831-8D40-51B577713BD9}" srcOrd="1" destOrd="0" parTransId="{AFB91E8B-AE5F-4727-ABA7-721991946820}" sibTransId="{668EE908-FF73-4412-B968-C3FFCAF66D86}"/>
    <dgm:cxn modelId="{8DBD6B96-A2C3-46A3-9EDD-8274C2F754C3}" srcId="{5E417697-D5D5-4EA6-83BD-68538A688C9D}" destId="{C64E6994-56A8-4683-A0AF-D12B00EF4F4F}" srcOrd="2" destOrd="0" parTransId="{140DE94E-2F2F-4AF4-A2DB-D72C6B311FD8}" sibTransId="{D88A2ECE-33BC-4C17-AFDD-2FAF1BF3A337}"/>
    <dgm:cxn modelId="{22CF0B9B-372B-434E-ABB8-7D6CDAEBF797}" srcId="{C2C5646D-33FB-4BB3-AFD9-73BC0C4DF75F}" destId="{EAA23D69-09C4-4A06-B0B7-E982413CFF85}" srcOrd="7" destOrd="0" parTransId="{F5989373-712B-4530-9D25-A165F43707DB}" sibTransId="{507B75A2-1363-455C-B336-5C7EE2D46ED9}"/>
    <dgm:cxn modelId="{630CC0A2-73FC-43FA-AD86-FC2D6BF38C1B}" type="presOf" srcId="{C8AFB2B0-B4DB-424B-B619-8993DA351011}" destId="{73C46913-3600-4E2D-BAF8-339B10A4125B}" srcOrd="0" destOrd="3" presId="urn:microsoft.com/office/officeart/2005/8/layout/hList6"/>
    <dgm:cxn modelId="{1E2132AB-AD7E-4B04-9F3F-93B188F5B30E}" type="presOf" srcId="{E8916999-FE96-49BB-9ABA-21F8CA1E07BF}" destId="{73C46913-3600-4E2D-BAF8-339B10A4125B}" srcOrd="0" destOrd="4" presId="urn:microsoft.com/office/officeart/2005/8/layout/hList6"/>
    <dgm:cxn modelId="{0E2EC3B6-A88E-4413-879B-F835ABE306D8}" srcId="{C2C5646D-33FB-4BB3-AFD9-73BC0C4DF75F}" destId="{19AA3FCF-CC03-4D69-8903-173F9F736543}" srcOrd="6" destOrd="0" parTransId="{308B994E-DE93-4FE2-A8A0-B84C8FE5853B}" sibTransId="{722A2AD9-50A2-4DC3-B479-38F46D00C88C}"/>
    <dgm:cxn modelId="{502F79BA-D533-4983-908D-E2CAD115696D}" srcId="{ED87FBBC-2EA3-4B87-82BE-21BE2CE674CE}" destId="{96E14A57-768A-483D-A0C7-5C2495964363}" srcOrd="3" destOrd="0" parTransId="{2862D738-869B-485E-B9A3-7FE4B5EF1CD5}" sibTransId="{1278D096-770E-48B1-AF1B-657D9F30881D}"/>
    <dgm:cxn modelId="{E0C080BF-E5D2-4952-82E0-43004554831E}" type="presOf" srcId="{49274BF1-79A2-4633-B319-0F005A9E2B5D}" destId="{8FA2D1D8-819E-434E-A0CD-0CBD46C0A780}" srcOrd="0" destOrd="2" presId="urn:microsoft.com/office/officeart/2005/8/layout/hList6"/>
    <dgm:cxn modelId="{0B39A6C1-66AA-41CC-AE0F-CB13D63B5899}" type="presOf" srcId="{96E14A57-768A-483D-A0C7-5C2495964363}" destId="{63B9B6E3-F3AB-4E17-BFE6-1DE4FC61C456}" srcOrd="0" destOrd="4" presId="urn:microsoft.com/office/officeart/2005/8/layout/hList6"/>
    <dgm:cxn modelId="{994A40C5-46F9-427A-8F18-8B74162A2C7B}" type="presOf" srcId="{ED87FBBC-2EA3-4B87-82BE-21BE2CE674CE}" destId="{63B9B6E3-F3AB-4E17-BFE6-1DE4FC61C456}" srcOrd="0" destOrd="0" presId="urn:microsoft.com/office/officeart/2005/8/layout/hList6"/>
    <dgm:cxn modelId="{AD7BA9CA-95F0-43DF-9FFA-57366E7D2242}" type="presOf" srcId="{6CA3107D-361F-4037-B282-5C9500033E87}" destId="{8FA2D1D8-819E-434E-A0CD-0CBD46C0A780}" srcOrd="0" destOrd="1" presId="urn:microsoft.com/office/officeart/2005/8/layout/hList6"/>
    <dgm:cxn modelId="{885A21D3-77F0-4EF1-A447-53B9A30BF3CE}" type="presOf" srcId="{B8F38C02-099E-489C-A671-98AFDE859578}" destId="{8FA2D1D8-819E-434E-A0CD-0CBD46C0A780}" srcOrd="0" destOrd="7" presId="urn:microsoft.com/office/officeart/2005/8/layout/hList6"/>
    <dgm:cxn modelId="{3D5222D4-2CEB-476F-B9E7-C0D6A588B1F8}" srcId="{C2C5646D-33FB-4BB3-AFD9-73BC0C4DF75F}" destId="{33455C16-C454-4B55-B58B-667577C73BE9}" srcOrd="9" destOrd="0" parTransId="{139B9589-AF86-4B6A-8A2E-1556B0E92776}" sibTransId="{40539590-5521-4F85-8A34-7C6CD485E317}"/>
    <dgm:cxn modelId="{5D67DED9-6FC3-4961-96BE-D7A6734E6186}" srcId="{C2C5646D-33FB-4BB3-AFD9-73BC0C4DF75F}" destId="{CF9DF723-42F0-47B9-BEE4-BE0253F7A0C6}" srcOrd="4" destOrd="0" parTransId="{17DA3F47-1FF0-4E25-965F-EB99BA0598F9}" sibTransId="{04A6A529-C3B2-459C-A9AB-E05C0736CE82}"/>
    <dgm:cxn modelId="{1A2552DB-0994-4158-A674-281377E4F72A}" srcId="{C64E6994-56A8-4683-A0AF-D12B00EF4F4F}" destId="{B8F38C02-099E-489C-A671-98AFDE859578}" srcOrd="6" destOrd="0" parTransId="{9DA20968-20F1-41A7-9271-102B0C75A3FD}" sibTransId="{4145ECF5-DC71-486C-B92E-6A6F81A33B79}"/>
    <dgm:cxn modelId="{25ED2CE2-A3E7-4D69-8CD2-4D1F343DAD87}" srcId="{C64E6994-56A8-4683-A0AF-D12B00EF4F4F}" destId="{6CA3107D-361F-4037-B282-5C9500033E87}" srcOrd="0" destOrd="0" parTransId="{AE5E0EFE-2AF2-4823-80B9-8FE84E0EF9C8}" sibTransId="{14C5A00E-E9CA-4C2B-BEEA-0A5638C7EB1A}"/>
    <dgm:cxn modelId="{869D42E6-25BB-4463-B141-11FCD9AD0971}" type="presOf" srcId="{D0665506-0269-4345-8407-BECDF229E9F3}" destId="{63B9B6E3-F3AB-4E17-BFE6-1DE4FC61C456}" srcOrd="0" destOrd="2" presId="urn:microsoft.com/office/officeart/2005/8/layout/hList6"/>
    <dgm:cxn modelId="{A0C858E6-9F45-4FD7-9F6E-4A5AB5B838F7}" type="presOf" srcId="{2B7799EF-2E97-4FDC-80AA-8CE757514233}" destId="{63B9B6E3-F3AB-4E17-BFE6-1DE4FC61C456}" srcOrd="0" destOrd="1" presId="urn:microsoft.com/office/officeart/2005/8/layout/hList6"/>
    <dgm:cxn modelId="{5461C0E6-D576-42A8-9FFF-843825961F4B}" srcId="{C2C5646D-33FB-4BB3-AFD9-73BC0C4DF75F}" destId="{C8AFB2B0-B4DB-424B-B619-8993DA351011}" srcOrd="2" destOrd="0" parTransId="{1DE04C9C-5D89-46B2-A6FD-FA0F74E2806D}" sibTransId="{E98BAA9A-1ACD-440C-96F4-A5E154678916}"/>
    <dgm:cxn modelId="{3B4DE1E6-5918-4938-B089-3A1DBEF107F2}" srcId="{C64E6994-56A8-4683-A0AF-D12B00EF4F4F}" destId="{39E7DB8A-5BF7-4EF9-B776-0CD8F4B4A639}" srcOrd="7" destOrd="0" parTransId="{F7C039DD-60E7-4DC3-B975-74EEBFBD54A6}" sibTransId="{734F200E-A749-4627-BE80-BDB31BDFA675}"/>
    <dgm:cxn modelId="{FE55A8E7-E8CB-47EF-BF28-56047ACDE038}" type="presOf" srcId="{1EB5C7A5-7FF5-4DF2-9616-F2A0CD434C26}" destId="{8FA2D1D8-819E-434E-A0CD-0CBD46C0A780}" srcOrd="0" destOrd="6" presId="urn:microsoft.com/office/officeart/2005/8/layout/hList6"/>
    <dgm:cxn modelId="{D1F099E8-D52E-4B1A-ACAB-82C3AA933C9A}" srcId="{ED87FBBC-2EA3-4B87-82BE-21BE2CE674CE}" destId="{D0665506-0269-4345-8407-BECDF229E9F3}" srcOrd="1" destOrd="0" parTransId="{0150D731-00F2-490B-A73B-A843AEF8DA63}" sibTransId="{84174219-5EAB-4726-BB3E-2251E3764FD1}"/>
    <dgm:cxn modelId="{A9A981EA-188F-4E38-9F1C-CE4C7878849E}" srcId="{ED87FBBC-2EA3-4B87-82BE-21BE2CE674CE}" destId="{E353383A-9AED-4134-AFAB-967CE3C67B90}" srcOrd="5" destOrd="0" parTransId="{64A0A904-07DE-4454-8427-82F5475B5045}" sibTransId="{07E814D4-1ACD-4F00-B43F-34730A6C7E59}"/>
    <dgm:cxn modelId="{67EA40EC-D7B6-4301-8114-C0DB49050A0C}" srcId="{ED87FBBC-2EA3-4B87-82BE-21BE2CE674CE}" destId="{9E9750A4-BD78-4187-80E8-A9BE2721E4AE}" srcOrd="4" destOrd="0" parTransId="{841564D1-6E7F-432C-90F0-16015977099F}" sibTransId="{9330A3A5-3E4A-4265-82BD-36929DE66005}"/>
    <dgm:cxn modelId="{2DDE98ED-832A-4290-89D9-75BB37464B27}" srcId="{C2C5646D-33FB-4BB3-AFD9-73BC0C4DF75F}" destId="{F1A0FC7D-44A4-448E-9DEF-E67BAA36E61E}" srcOrd="5" destOrd="0" parTransId="{9A8F9151-6CC6-4A0A-9E6F-58EC1A2C046A}" sibTransId="{906F2C50-BEDB-4B05-9263-14D52D933762}"/>
    <dgm:cxn modelId="{08AD96F2-5987-400F-B72B-CF78980C32F9}" type="presOf" srcId="{EAA23D69-09C4-4A06-B0B7-E982413CFF85}" destId="{73C46913-3600-4E2D-BAF8-339B10A4125B}" srcOrd="0" destOrd="8" presId="urn:microsoft.com/office/officeart/2005/8/layout/hList6"/>
    <dgm:cxn modelId="{D02C7BF5-6266-4752-8CCC-2D3CF5E8DC77}" srcId="{C64E6994-56A8-4683-A0AF-D12B00EF4F4F}" destId="{82684348-53F5-4208-AFDF-D1E2D62AFBD5}" srcOrd="4" destOrd="0" parTransId="{28FE5AED-9D0C-4948-B45E-19C1BB3E875A}" sibTransId="{0810A379-C56E-40AF-A62D-9CEDE52DB896}"/>
    <dgm:cxn modelId="{128EE9F5-9E7D-48F5-B177-B8E632F64FEE}" type="presOf" srcId="{2B00CD40-920D-4761-81FB-D4557281A952}" destId="{63B9B6E3-F3AB-4E17-BFE6-1DE4FC61C456}" srcOrd="0" destOrd="3" presId="urn:microsoft.com/office/officeart/2005/8/layout/hList6"/>
    <dgm:cxn modelId="{1EDA54F9-3869-4E75-A50D-0E516B092C09}" type="presOf" srcId="{CF9DF723-42F0-47B9-BEE4-BE0253F7A0C6}" destId="{73C46913-3600-4E2D-BAF8-339B10A4125B}" srcOrd="0" destOrd="5" presId="urn:microsoft.com/office/officeart/2005/8/layout/hList6"/>
    <dgm:cxn modelId="{2EB0F3FA-C46B-4ECE-8C56-5F3F31D68368}" type="presOf" srcId="{39E7DB8A-5BF7-4EF9-B776-0CD8F4B4A639}" destId="{8FA2D1D8-819E-434E-A0CD-0CBD46C0A780}" srcOrd="0" destOrd="8" presId="urn:microsoft.com/office/officeart/2005/8/layout/hList6"/>
    <dgm:cxn modelId="{68F88963-F25F-4347-A209-6F44F0D7295C}" type="presParOf" srcId="{B4601753-D1D8-40B7-8834-384C4F112200}" destId="{73C46913-3600-4E2D-BAF8-339B10A4125B}" srcOrd="0" destOrd="0" presId="urn:microsoft.com/office/officeart/2005/8/layout/hList6"/>
    <dgm:cxn modelId="{3935A9B1-11E8-4188-B6CB-4ED1F9C2E9EE}" type="presParOf" srcId="{B4601753-D1D8-40B7-8834-384C4F112200}" destId="{3551B697-60FD-4B9E-B75F-E3879109420D}" srcOrd="1" destOrd="0" presId="urn:microsoft.com/office/officeart/2005/8/layout/hList6"/>
    <dgm:cxn modelId="{26DB671E-94FD-46BB-844B-140E15C18C39}" type="presParOf" srcId="{B4601753-D1D8-40B7-8834-384C4F112200}" destId="{63B9B6E3-F3AB-4E17-BFE6-1DE4FC61C456}" srcOrd="2" destOrd="0" presId="urn:microsoft.com/office/officeart/2005/8/layout/hList6"/>
    <dgm:cxn modelId="{59AF474E-C330-42CE-86C4-34F6062CA21A}" type="presParOf" srcId="{B4601753-D1D8-40B7-8834-384C4F112200}" destId="{FC8AB647-E96E-4D14-BE14-23B73CA38DA6}" srcOrd="3" destOrd="0" presId="urn:microsoft.com/office/officeart/2005/8/layout/hList6"/>
    <dgm:cxn modelId="{36E2F4B5-650C-4F47-9415-7A90F6C2F5BD}" type="presParOf" srcId="{B4601753-D1D8-40B7-8834-384C4F112200}" destId="{8FA2D1D8-819E-434E-A0CD-0CBD46C0A780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845532-9B8A-41CD-9EAB-23582810B7C7}">
      <dsp:nvSpPr>
        <dsp:cNvPr id="0" name=""/>
        <dsp:cNvSpPr/>
      </dsp:nvSpPr>
      <dsp:spPr>
        <a:xfrm>
          <a:off x="2744" y="807649"/>
          <a:ext cx="2442278" cy="97691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>
              <a:latin typeface="DM Serif Display"/>
            </a:rPr>
            <a:t>Removed Unncessary Columns</a:t>
          </a:r>
          <a:endParaRPr lang="en-GB" sz="1800" kern="1200"/>
        </a:p>
      </dsp:txBody>
      <dsp:txXfrm>
        <a:off x="491200" y="807649"/>
        <a:ext cx="1465367" cy="976911"/>
      </dsp:txXfrm>
    </dsp:sp>
    <dsp:sp modelId="{B7B77CAE-54B2-4C40-A889-AA8EBCE12036}">
      <dsp:nvSpPr>
        <dsp:cNvPr id="0" name=""/>
        <dsp:cNvSpPr/>
      </dsp:nvSpPr>
      <dsp:spPr>
        <a:xfrm>
          <a:off x="2200794" y="807649"/>
          <a:ext cx="2442278" cy="97691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>
              <a:latin typeface="DM Serif Display"/>
            </a:rPr>
            <a:t>Handled Missing Values</a:t>
          </a:r>
        </a:p>
      </dsp:txBody>
      <dsp:txXfrm>
        <a:off x="2689250" y="807649"/>
        <a:ext cx="1465367" cy="976911"/>
      </dsp:txXfrm>
    </dsp:sp>
    <dsp:sp modelId="{D0614207-41EE-48CC-9CA0-8B1B8772E516}">
      <dsp:nvSpPr>
        <dsp:cNvPr id="0" name=""/>
        <dsp:cNvSpPr/>
      </dsp:nvSpPr>
      <dsp:spPr>
        <a:xfrm>
          <a:off x="4398845" y="807649"/>
          <a:ext cx="2442278" cy="97691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>
              <a:latin typeface="DM Serif Display"/>
            </a:rPr>
            <a:t>Dealt with Multi-Valued Tracks</a:t>
          </a:r>
        </a:p>
      </dsp:txBody>
      <dsp:txXfrm>
        <a:off x="4887301" y="807649"/>
        <a:ext cx="1465367" cy="976911"/>
      </dsp:txXfrm>
    </dsp:sp>
    <dsp:sp modelId="{312B9784-A770-4957-9DDD-7EBAD62DFFA2}">
      <dsp:nvSpPr>
        <dsp:cNvPr id="0" name=""/>
        <dsp:cNvSpPr/>
      </dsp:nvSpPr>
      <dsp:spPr>
        <a:xfrm>
          <a:off x="6596895" y="807649"/>
          <a:ext cx="2442278" cy="97691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>
              <a:latin typeface="DM Serif Display"/>
            </a:rPr>
            <a:t>Feature Engineering</a:t>
          </a:r>
          <a:endParaRPr lang="en-GB" sz="1800" kern="1200"/>
        </a:p>
      </dsp:txBody>
      <dsp:txXfrm>
        <a:off x="7085351" y="807649"/>
        <a:ext cx="1465367" cy="976911"/>
      </dsp:txXfrm>
    </dsp:sp>
    <dsp:sp modelId="{92863ACE-C7E3-4793-B59B-3EBEB3BF9275}">
      <dsp:nvSpPr>
        <dsp:cNvPr id="0" name=""/>
        <dsp:cNvSpPr/>
      </dsp:nvSpPr>
      <dsp:spPr>
        <a:xfrm>
          <a:off x="8794946" y="807649"/>
          <a:ext cx="2442278" cy="97691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>
              <a:latin typeface="DM Serif Display"/>
            </a:rPr>
            <a:t>Handled Duplicate Tracks</a:t>
          </a:r>
          <a:endParaRPr lang="en-GB" sz="1800" kern="1200"/>
        </a:p>
      </dsp:txBody>
      <dsp:txXfrm>
        <a:off x="9283402" y="807649"/>
        <a:ext cx="1465367" cy="9769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033586-FF74-45E0-8208-487DCD29BFE4}">
      <dsp:nvSpPr>
        <dsp:cNvPr id="0" name=""/>
        <dsp:cNvSpPr/>
      </dsp:nvSpPr>
      <dsp:spPr>
        <a:xfrm>
          <a:off x="750863" y="0"/>
          <a:ext cx="8509780" cy="2754924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44B24C-7995-4BCB-BD48-0899217E2D6D}">
      <dsp:nvSpPr>
        <dsp:cNvPr id="0" name=""/>
        <dsp:cNvSpPr/>
      </dsp:nvSpPr>
      <dsp:spPr>
        <a:xfrm>
          <a:off x="10754" y="826477"/>
          <a:ext cx="3222453" cy="11019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DM Serif Display"/>
            </a:rPr>
            <a:t>Remove duplicate Track IDs</a:t>
          </a:r>
          <a:endParaRPr lang="en-US" sz="1800" kern="1200"/>
        </a:p>
      </dsp:txBody>
      <dsp:txXfrm>
        <a:off x="64548" y="880271"/>
        <a:ext cx="3114865" cy="994381"/>
      </dsp:txXfrm>
    </dsp:sp>
    <dsp:sp modelId="{20137357-8076-4CDD-BA1F-6866712DF84C}">
      <dsp:nvSpPr>
        <dsp:cNvPr id="0" name=""/>
        <dsp:cNvSpPr/>
      </dsp:nvSpPr>
      <dsp:spPr>
        <a:xfrm>
          <a:off x="3394526" y="826477"/>
          <a:ext cx="3222453" cy="11019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DM Serif Display"/>
            </a:rPr>
            <a:t>Remove duplicates when Song name, Album and Artists align</a:t>
          </a:r>
          <a:endParaRPr lang="en-US" sz="1800" kern="1200"/>
        </a:p>
      </dsp:txBody>
      <dsp:txXfrm>
        <a:off x="3448320" y="880271"/>
        <a:ext cx="3114865" cy="994381"/>
      </dsp:txXfrm>
    </dsp:sp>
    <dsp:sp modelId="{57DFB03C-D999-499E-B96E-0E0FEA108DFA}">
      <dsp:nvSpPr>
        <dsp:cNvPr id="0" name=""/>
        <dsp:cNvSpPr/>
      </dsp:nvSpPr>
      <dsp:spPr>
        <a:xfrm>
          <a:off x="6778298" y="826477"/>
          <a:ext cx="3222453" cy="11019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DM Serif Display"/>
            </a:rPr>
            <a:t>Remove duplicates when numerical Song profile is aligned (numerical features)</a:t>
          </a:r>
          <a:endParaRPr lang="en-US" sz="1800" kern="1200"/>
        </a:p>
      </dsp:txBody>
      <dsp:txXfrm>
        <a:off x="6832092" y="880271"/>
        <a:ext cx="3114865" cy="9943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E59DA7-C392-4FFD-888B-A5AB26B3C6B8}">
      <dsp:nvSpPr>
        <dsp:cNvPr id="0" name=""/>
        <dsp:cNvSpPr/>
      </dsp:nvSpPr>
      <dsp:spPr>
        <a:xfrm>
          <a:off x="4935" y="855400"/>
          <a:ext cx="1530080" cy="15300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4205" tIns="15240" rIns="84205" bIns="1524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DM Serif Display"/>
            </a:rPr>
            <a:t>Track name</a:t>
          </a:r>
          <a:endParaRPr lang="en-US" sz="1200" kern="1200"/>
        </a:p>
      </dsp:txBody>
      <dsp:txXfrm>
        <a:off x="229010" y="1079475"/>
        <a:ext cx="1081930" cy="1081930"/>
      </dsp:txXfrm>
    </dsp:sp>
    <dsp:sp modelId="{4169F543-3A2A-4134-9EB0-D77A792F7BC1}">
      <dsp:nvSpPr>
        <dsp:cNvPr id="0" name=""/>
        <dsp:cNvSpPr/>
      </dsp:nvSpPr>
      <dsp:spPr>
        <a:xfrm>
          <a:off x="1229000" y="855400"/>
          <a:ext cx="1530080" cy="15300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4205" tIns="15240" rIns="84205" bIns="1524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DM Serif Display"/>
            </a:rPr>
            <a:t>Song name</a:t>
          </a:r>
          <a:endParaRPr lang="en-US" sz="1200" kern="1200"/>
        </a:p>
      </dsp:txBody>
      <dsp:txXfrm>
        <a:off x="1453075" y="1079475"/>
        <a:ext cx="1081930" cy="1081930"/>
      </dsp:txXfrm>
    </dsp:sp>
    <dsp:sp modelId="{CB80CAF6-C6CF-47E7-A9CF-7166344D69C1}">
      <dsp:nvSpPr>
        <dsp:cNvPr id="0" name=""/>
        <dsp:cNvSpPr/>
      </dsp:nvSpPr>
      <dsp:spPr>
        <a:xfrm>
          <a:off x="2453064" y="855400"/>
          <a:ext cx="1530080" cy="15300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4205" tIns="15240" rIns="84205" bIns="1524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DM Serif Display"/>
            </a:rPr>
            <a:t>Album name</a:t>
          </a:r>
          <a:endParaRPr lang="en-US" sz="1200" kern="1200"/>
        </a:p>
      </dsp:txBody>
      <dsp:txXfrm>
        <a:off x="2677139" y="1079475"/>
        <a:ext cx="1081930" cy="1081930"/>
      </dsp:txXfrm>
    </dsp:sp>
    <dsp:sp modelId="{7630F854-AA1D-4486-8DBA-8266C591238D}">
      <dsp:nvSpPr>
        <dsp:cNvPr id="0" name=""/>
        <dsp:cNvSpPr/>
      </dsp:nvSpPr>
      <dsp:spPr>
        <a:xfrm>
          <a:off x="3677129" y="855400"/>
          <a:ext cx="1530080" cy="15300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4205" tIns="15240" rIns="84205" bIns="1524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DM Serif Display"/>
            </a:rPr>
            <a:t>Track genre</a:t>
          </a:r>
          <a:endParaRPr lang="en-US" sz="1200" kern="1200"/>
        </a:p>
      </dsp:txBody>
      <dsp:txXfrm>
        <a:off x="3901204" y="1079475"/>
        <a:ext cx="1081930" cy="1081930"/>
      </dsp:txXfrm>
    </dsp:sp>
    <dsp:sp modelId="{B6102E54-F03F-458D-90AF-904DF42D0D36}">
      <dsp:nvSpPr>
        <dsp:cNvPr id="0" name=""/>
        <dsp:cNvSpPr/>
      </dsp:nvSpPr>
      <dsp:spPr>
        <a:xfrm>
          <a:off x="4901193" y="855400"/>
          <a:ext cx="1530080" cy="15300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4205" tIns="15240" rIns="84205" bIns="1524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DM Serif Display"/>
            </a:rPr>
            <a:t>Danceability </a:t>
          </a:r>
        </a:p>
      </dsp:txBody>
      <dsp:txXfrm>
        <a:off x="5125268" y="1079475"/>
        <a:ext cx="1081930" cy="1081930"/>
      </dsp:txXfrm>
    </dsp:sp>
    <dsp:sp modelId="{237F2FB0-1D06-4622-948A-E308A3539A5E}">
      <dsp:nvSpPr>
        <dsp:cNvPr id="0" name=""/>
        <dsp:cNvSpPr/>
      </dsp:nvSpPr>
      <dsp:spPr>
        <a:xfrm>
          <a:off x="6125258" y="855400"/>
          <a:ext cx="1530080" cy="15300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4205" tIns="15240" rIns="84205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DM Serif Display"/>
            </a:rPr>
            <a:t>Popularity</a:t>
          </a:r>
        </a:p>
      </dsp:txBody>
      <dsp:txXfrm>
        <a:off x="6349333" y="1079475"/>
        <a:ext cx="1081930" cy="1081930"/>
      </dsp:txXfrm>
    </dsp:sp>
    <dsp:sp modelId="{C6F38430-8D05-4D30-B4AC-7B699CAB6C35}">
      <dsp:nvSpPr>
        <dsp:cNvPr id="0" name=""/>
        <dsp:cNvSpPr/>
      </dsp:nvSpPr>
      <dsp:spPr>
        <a:xfrm>
          <a:off x="7349323" y="855400"/>
          <a:ext cx="1530080" cy="15300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4205" tIns="15240" rIns="84205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DM Serif Display"/>
            </a:rPr>
            <a:t>Liveness</a:t>
          </a:r>
        </a:p>
      </dsp:txBody>
      <dsp:txXfrm>
        <a:off x="7573398" y="1079475"/>
        <a:ext cx="1081930" cy="1081930"/>
      </dsp:txXfrm>
    </dsp:sp>
    <dsp:sp modelId="{48E5A6C4-2FCC-4BE5-B6B3-E0E7646D75A4}">
      <dsp:nvSpPr>
        <dsp:cNvPr id="0" name=""/>
        <dsp:cNvSpPr/>
      </dsp:nvSpPr>
      <dsp:spPr>
        <a:xfrm>
          <a:off x="8573387" y="855400"/>
          <a:ext cx="1530080" cy="15300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4205" tIns="15240" rIns="84205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DM Serif Display"/>
            </a:rPr>
            <a:t>Tempo</a:t>
          </a:r>
        </a:p>
      </dsp:txBody>
      <dsp:txXfrm>
        <a:off x="8797462" y="1079475"/>
        <a:ext cx="1081930" cy="10819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294460-DC4E-4AEA-BE92-4ECB17986A9B}">
      <dsp:nvSpPr>
        <dsp:cNvPr id="0" name=""/>
        <dsp:cNvSpPr/>
      </dsp:nvSpPr>
      <dsp:spPr>
        <a:xfrm rot="10800000">
          <a:off x="0" y="0"/>
          <a:ext cx="4997450" cy="1716616"/>
        </a:xfrm>
        <a:prstGeom prst="trapezoid">
          <a:avLst>
            <a:gd name="adj" fmla="val 4852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1733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>
              <a:latin typeface="DM Serif Display"/>
            </a:rPr>
            <a:t>Music Genre</a:t>
          </a:r>
          <a:endParaRPr lang="en-US" sz="3900" kern="1200"/>
        </a:p>
      </dsp:txBody>
      <dsp:txXfrm rot="-10800000">
        <a:off x="874553" y="0"/>
        <a:ext cx="3248342" cy="1716616"/>
      </dsp:txXfrm>
    </dsp:sp>
    <dsp:sp modelId="{E6922BB6-81ED-498E-A4F1-BB7E11CAFD5B}">
      <dsp:nvSpPr>
        <dsp:cNvPr id="0" name=""/>
        <dsp:cNvSpPr/>
      </dsp:nvSpPr>
      <dsp:spPr>
        <a:xfrm rot="10800000">
          <a:off x="832908" y="1716616"/>
          <a:ext cx="3331633" cy="1716616"/>
        </a:xfrm>
        <a:prstGeom prst="trapezoid">
          <a:avLst>
            <a:gd name="adj" fmla="val 4852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1733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>
              <a:solidFill>
                <a:schemeClr val="bg1"/>
              </a:solidFill>
              <a:latin typeface="DM Serif Display"/>
            </a:rPr>
            <a:t>Listening Category</a:t>
          </a:r>
          <a:endParaRPr lang="en-US" sz="3900" kern="1200">
            <a:solidFill>
              <a:schemeClr val="bg1"/>
            </a:solidFill>
          </a:endParaRPr>
        </a:p>
      </dsp:txBody>
      <dsp:txXfrm rot="-10800000">
        <a:off x="1415944" y="1716616"/>
        <a:ext cx="2165561" cy="1716616"/>
      </dsp:txXfrm>
    </dsp:sp>
    <dsp:sp modelId="{831DC028-9FBD-4832-B18A-B282F8B8B225}">
      <dsp:nvSpPr>
        <dsp:cNvPr id="0" name=""/>
        <dsp:cNvSpPr/>
      </dsp:nvSpPr>
      <dsp:spPr>
        <a:xfrm rot="10800000">
          <a:off x="1665816" y="3433233"/>
          <a:ext cx="1665816" cy="1716616"/>
        </a:xfrm>
        <a:prstGeom prst="trapezoid">
          <a:avLst>
            <a:gd name="adj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DM Serif Display"/>
            </a:rPr>
            <a:t>Song Profile</a:t>
          </a:r>
        </a:p>
      </dsp:txBody>
      <dsp:txXfrm rot="-10800000">
        <a:off x="1665816" y="3433233"/>
        <a:ext cx="1665816" cy="17166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8F3399-BD63-4805-B3AC-723524A95A64}">
      <dsp:nvSpPr>
        <dsp:cNvPr id="0" name=""/>
        <dsp:cNvSpPr/>
      </dsp:nvSpPr>
      <dsp:spPr>
        <a:xfrm rot="5400000">
          <a:off x="-251905" y="253174"/>
          <a:ext cx="1679370" cy="11755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DM Serif Display"/>
            </a:rPr>
            <a:t>Embedding</a:t>
          </a:r>
          <a:endParaRPr lang="en-US" sz="1700" kern="1200"/>
        </a:p>
      </dsp:txBody>
      <dsp:txXfrm rot="-5400000">
        <a:off x="1" y="589049"/>
        <a:ext cx="1175559" cy="503811"/>
      </dsp:txXfrm>
    </dsp:sp>
    <dsp:sp modelId="{6B0993AB-8DA5-4952-B30F-1F2831DE1C7F}">
      <dsp:nvSpPr>
        <dsp:cNvPr id="0" name=""/>
        <dsp:cNvSpPr/>
      </dsp:nvSpPr>
      <dsp:spPr>
        <a:xfrm rot="5400000">
          <a:off x="2550722" y="-1373893"/>
          <a:ext cx="1091590" cy="384191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>
              <a:latin typeface="DM Serif Display"/>
            </a:rPr>
            <a:t>Flattened and Concatenated Vectors</a:t>
          </a:r>
          <a:endParaRPr lang="en-US" sz="2200" kern="1200"/>
        </a:p>
      </dsp:txBody>
      <dsp:txXfrm rot="-5400000">
        <a:off x="1175560" y="54556"/>
        <a:ext cx="3788629" cy="985016"/>
      </dsp:txXfrm>
    </dsp:sp>
    <dsp:sp modelId="{6F1BBF23-6D4D-4F0B-AC07-DB536F3C9FB4}">
      <dsp:nvSpPr>
        <dsp:cNvPr id="0" name=""/>
        <dsp:cNvSpPr/>
      </dsp:nvSpPr>
      <dsp:spPr>
        <a:xfrm rot="5400000">
          <a:off x="-251905" y="1739250"/>
          <a:ext cx="1679370" cy="11755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DM Serif Display"/>
            </a:rPr>
            <a:t>Dense </a:t>
          </a:r>
          <a:endParaRPr lang="en-US" sz="1700" kern="1200"/>
        </a:p>
      </dsp:txBody>
      <dsp:txXfrm rot="-5400000">
        <a:off x="1" y="2075125"/>
        <a:ext cx="1175559" cy="503811"/>
      </dsp:txXfrm>
    </dsp:sp>
    <dsp:sp modelId="{1D36EE70-0488-4E29-89ED-C4E045FAFCF4}">
      <dsp:nvSpPr>
        <dsp:cNvPr id="0" name=""/>
        <dsp:cNvSpPr/>
      </dsp:nvSpPr>
      <dsp:spPr>
        <a:xfrm rot="5400000">
          <a:off x="2550722" y="112182"/>
          <a:ext cx="1091590" cy="384191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>
              <a:latin typeface="DM Serif Display"/>
            </a:rPr>
            <a:t>Learning Matrix Creates Final Song Embedding</a:t>
          </a:r>
          <a:endParaRPr lang="en-US" sz="2200" kern="1200"/>
        </a:p>
      </dsp:txBody>
      <dsp:txXfrm rot="-5400000">
        <a:off x="1175560" y="1540632"/>
        <a:ext cx="3788629" cy="985016"/>
      </dsp:txXfrm>
    </dsp:sp>
    <dsp:sp modelId="{A2149E13-2C8B-4094-80C0-0341574C5A5B}">
      <dsp:nvSpPr>
        <dsp:cNvPr id="0" name=""/>
        <dsp:cNvSpPr/>
      </dsp:nvSpPr>
      <dsp:spPr>
        <a:xfrm rot="5400000">
          <a:off x="-251905" y="3225326"/>
          <a:ext cx="1679370" cy="11755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DM Serif Display"/>
            </a:rPr>
            <a:t>KNN</a:t>
          </a:r>
          <a:endParaRPr lang="en-US" sz="1700" kern="1200"/>
        </a:p>
      </dsp:txBody>
      <dsp:txXfrm rot="-5400000">
        <a:off x="1" y="3561201"/>
        <a:ext cx="1175559" cy="503811"/>
      </dsp:txXfrm>
    </dsp:sp>
    <dsp:sp modelId="{1F2CD914-1C5C-42F1-9552-B70357CDFAAC}">
      <dsp:nvSpPr>
        <dsp:cNvPr id="0" name=""/>
        <dsp:cNvSpPr/>
      </dsp:nvSpPr>
      <dsp:spPr>
        <a:xfrm rot="5400000">
          <a:off x="2550722" y="1598258"/>
          <a:ext cx="1091590" cy="384191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kern="1200">
              <a:solidFill>
                <a:srgbClr val="09090B"/>
              </a:solidFill>
              <a:latin typeface="DM Serif Display"/>
            </a:rPr>
            <a:t>Retrieve top‑K nearest indices (highest similarity)</a:t>
          </a:r>
          <a:endParaRPr lang="en-US" sz="2200" b="0" kern="1200">
            <a:latin typeface="DM Serif Display"/>
          </a:endParaRPr>
        </a:p>
      </dsp:txBody>
      <dsp:txXfrm rot="-5400000">
        <a:off x="1175560" y="3026708"/>
        <a:ext cx="3788629" cy="98501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C46913-3600-4E2D-BAF8-339B10A4125B}">
      <dsp:nvSpPr>
        <dsp:cNvPr id="0" name=""/>
        <dsp:cNvSpPr/>
      </dsp:nvSpPr>
      <dsp:spPr>
        <a:xfrm rot="16200000">
          <a:off x="-1932717" y="1933309"/>
          <a:ext cx="5403850" cy="1537231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0118" bIns="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DM Serif Display"/>
            </a:rPr>
            <a:t>Layer 1</a:t>
          </a:r>
          <a:r>
            <a:rPr lang="en-US" sz="1600" kern="1200">
              <a:solidFill>
                <a:srgbClr val="000000"/>
              </a:solidFill>
              <a:latin typeface="DM Serif Display"/>
              <a:ea typeface="Calibri"/>
              <a:cs typeface="Calibri"/>
            </a:rPr>
            <a:t> Music Category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DM Serif Display"/>
            </a:rPr>
            <a:t>Pop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DM Serif Display"/>
            </a:rPr>
            <a:t>Rock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DM Serif Display"/>
            </a:rPr>
            <a:t>Electronic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DM Serif Display"/>
            </a:rPr>
            <a:t>Hiphop/RnB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DM Serif Display"/>
            </a:rPr>
            <a:t>World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DM Serif Display"/>
            </a:rPr>
            <a:t>Metal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DM Serif Display"/>
            </a:rPr>
            <a:t>Dance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DM Serif Display"/>
            </a:rPr>
            <a:t>Club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DM Serif Display"/>
            </a:rPr>
            <a:t>Classical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DM Serif Display"/>
            </a:rPr>
            <a:t>Niche</a:t>
          </a:r>
        </a:p>
      </dsp:txBody>
      <dsp:txXfrm rot="5400000">
        <a:off x="592" y="1080770"/>
        <a:ext cx="1537231" cy="3242310"/>
      </dsp:txXfrm>
    </dsp:sp>
    <dsp:sp modelId="{63B9B6E3-F3AB-4E17-BFE6-1DE4FC61C456}">
      <dsp:nvSpPr>
        <dsp:cNvPr id="0" name=""/>
        <dsp:cNvSpPr/>
      </dsp:nvSpPr>
      <dsp:spPr>
        <a:xfrm rot="16200000">
          <a:off x="-280194" y="1933309"/>
          <a:ext cx="5403850" cy="1537231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0118" bIns="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DM Serif Display"/>
            </a:rPr>
            <a:t>Layer 2 </a:t>
          </a:r>
          <a:r>
            <a:rPr lang="en-US" sz="1600" kern="1200">
              <a:solidFill>
                <a:schemeClr val="tx1"/>
              </a:solidFill>
              <a:latin typeface="DM Serif Display"/>
            </a:rPr>
            <a:t>Music Genre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DM Serif Display"/>
            </a:rPr>
            <a:t>113 specific music genres such as:</a:t>
          </a:r>
          <a:endParaRPr lang="en-US" sz="1200" kern="1200"/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DM Serif Display"/>
            </a:rPr>
            <a:t>Indie-pop, K-Pop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DM Serif Display"/>
            </a:rPr>
            <a:t>Rock, Garage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DM Serif Display"/>
            </a:rPr>
            <a:t>Country, Folk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DM Serif Display"/>
            </a:rPr>
            <a:t>Disco, Reggaeton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DM Serif Display"/>
            </a:rPr>
            <a:t>Singer-songwriter</a:t>
          </a:r>
        </a:p>
      </dsp:txBody>
      <dsp:txXfrm rot="5400000">
        <a:off x="1653115" y="1080770"/>
        <a:ext cx="1537231" cy="3242310"/>
      </dsp:txXfrm>
    </dsp:sp>
    <dsp:sp modelId="{8FA2D1D8-819E-434E-A0CD-0CBD46C0A780}">
      <dsp:nvSpPr>
        <dsp:cNvPr id="0" name=""/>
        <dsp:cNvSpPr/>
      </dsp:nvSpPr>
      <dsp:spPr>
        <a:xfrm rot="16200000">
          <a:off x="1372329" y="1933309"/>
          <a:ext cx="5403850" cy="1537231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0118" bIns="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DM Serif Display"/>
            </a:rPr>
            <a:t>Layer 3 </a:t>
          </a:r>
          <a:r>
            <a:rPr lang="en-US" sz="1600" kern="1200">
              <a:solidFill>
                <a:schemeClr val="tx1"/>
              </a:solidFill>
              <a:latin typeface="DM Serif Display"/>
            </a:rPr>
            <a:t>Song Profile Scores</a:t>
          </a:r>
          <a:endParaRPr lang="en-US" sz="1600" kern="1200">
            <a:solidFill>
              <a:schemeClr val="tx1"/>
            </a:solidFill>
          </a:endParaRP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DM Serif Display"/>
            </a:rPr>
            <a:t>Popularity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DM Serif Display"/>
            </a:rPr>
            <a:t>Danceability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DM Serif Display"/>
            </a:rPr>
            <a:t>Energy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DM Serif Display"/>
            </a:rPr>
            <a:t>Accousticness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DM Serif Display"/>
            </a:rPr>
            <a:t>Instrumentalness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DM Serif Display"/>
            </a:rPr>
            <a:t>Liveness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DM Serif Display"/>
            </a:rPr>
            <a:t>Valence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DM Serif Display"/>
            </a:rPr>
            <a:t>Tempo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DM Serif Display"/>
            </a:rPr>
            <a:t>Loudness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200" kern="1200">
            <a:latin typeface="DM Serif Display"/>
          </a:endParaRPr>
        </a:p>
      </dsp:txBody>
      <dsp:txXfrm rot="5400000">
        <a:off x="3305638" y="1080770"/>
        <a:ext cx="1537231" cy="3242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8B8B31-1CFE-4A78-A796-40061C1B29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F5D168-A009-4B34-B08F-277E0D6ABD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47A4C-1800-412B-9042-C93F1924AECC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0C826E-30C5-4DD2-97CD-F700F8EBBFC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1BE32A-EDDE-428D-8FA7-84F681D978C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81FD62-43B6-432F-96E1-BCDE3916E1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3833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0EB3D-2307-4317-8A1D-B47FA45245F0}" type="datetimeFigureOut">
              <a:rPr lang="en-US" noProof="0" smtClean="0"/>
              <a:t>2/2/2026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78A92-0141-4330-8F3E-FAADFAC23844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4888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804672"/>
            <a:ext cx="10460736" cy="3255264"/>
          </a:xfrm>
        </p:spPr>
        <p:txBody>
          <a:bodyPr anchor="b">
            <a:noAutofit/>
          </a:bodyPr>
          <a:lstStyle>
            <a:lvl1pPr algn="ctr">
              <a:defRPr sz="72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2A3D73F7-77EC-4576-B541-20C032F462DC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3081573" y="4526280"/>
            <a:ext cx="6028854" cy="9144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b="0" i="0" cap="all" spc="30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23959E-C8AF-2C32-A4AC-D79C711CACEF}"/>
              </a:ext>
            </a:extLst>
          </p:cNvPr>
          <p:cNvSpPr/>
          <p:nvPr userDrawn="1"/>
        </p:nvSpPr>
        <p:spPr>
          <a:xfrm>
            <a:off x="361950" y="327025"/>
            <a:ext cx="11468100" cy="6203950"/>
          </a:xfrm>
          <a:prstGeom prst="rect">
            <a:avLst/>
          </a:prstGeom>
          <a:noFill/>
          <a:ln w="28575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991AA11-ABBF-BFA0-AACD-5E0262702116}"/>
              </a:ext>
            </a:extLst>
          </p:cNvPr>
          <p:cNvGrpSpPr/>
          <p:nvPr userDrawn="1"/>
        </p:nvGrpSpPr>
        <p:grpSpPr>
          <a:xfrm>
            <a:off x="6096000" y="327025"/>
            <a:ext cx="0" cy="6203950"/>
            <a:chOff x="6096000" y="327025"/>
            <a:chExt cx="0" cy="6203950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CB6BE39-5971-4916-1DD7-91D7C3F312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6281057"/>
              <a:ext cx="0" cy="249918"/>
            </a:xfrm>
            <a:prstGeom prst="line">
              <a:avLst/>
            </a:prstGeom>
            <a:ln w="28575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CD84773-7D11-C9D4-A19C-4265A176EB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27025"/>
              <a:ext cx="0" cy="249918"/>
            </a:xfrm>
            <a:prstGeom prst="line">
              <a:avLst/>
            </a:prstGeom>
            <a:ln w="28575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6819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5151334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5229" y="853333"/>
            <a:ext cx="4920342" cy="5151334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200000"/>
              </a:lnSpc>
              <a:buNone/>
              <a:defRPr lang="en-US" sz="1600" kern="1200" cap="all" spc="30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1pPr>
            <a:lvl2pPr marL="7429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3pPr>
            <a:lvl4pPr marL="16573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4pPr>
            <a:lvl5pPr marL="21145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C2FAC39-06DA-FEF0-2302-B02B7C1CD3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6244C766-4DBD-CE50-9374-1427F1FAE8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0B4AC9CD-0374-4BE7-8481-7982C4A3E9D1}" type="datetime1">
              <a:rPr lang="en-US" smtClean="0"/>
              <a:t>2/2/2026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826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0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4"/>
            <a:ext cx="4844142" cy="5151334"/>
          </a:xfrm>
        </p:spPr>
        <p:txBody>
          <a:bodyPr anchor="t">
            <a:noAutofit/>
          </a:bodyPr>
          <a:lstStyle>
            <a:lvl1pPr algn="l">
              <a:defRPr sz="5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02CFA45-BBBD-162A-70AD-0B37540578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28012" y="685800"/>
            <a:ext cx="5070020" cy="5486400"/>
          </a:xfrm>
          <a:custGeom>
            <a:avLst/>
            <a:gdLst>
              <a:gd name="connsiteX0" fmla="*/ 5070020 w 5070020"/>
              <a:gd name="connsiteY0" fmla="*/ 0 h 5486400"/>
              <a:gd name="connsiteX1" fmla="*/ 5070020 w 5070020"/>
              <a:gd name="connsiteY1" fmla="*/ 5486400 h 5486400"/>
              <a:gd name="connsiteX2" fmla="*/ 0 w 5070020"/>
              <a:gd name="connsiteY2" fmla="*/ 5486399 h 5486400"/>
              <a:gd name="connsiteX3" fmla="*/ 0 w 5070020"/>
              <a:gd name="connsiteY3" fmla="*/ 579095 h 5486400"/>
              <a:gd name="connsiteX4" fmla="*/ 268 w 5070020"/>
              <a:gd name="connsiteY4" fmla="*/ 579362 h 5486400"/>
              <a:gd name="connsiteX5" fmla="*/ 582189 w 5070020"/>
              <a:gd name="connsiteY5" fmla="*/ 266 h 5486400"/>
              <a:gd name="connsiteX6" fmla="*/ 581922 w 5070020"/>
              <a:gd name="connsiteY6" fmla="*/ 1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0020" h="5486400">
                <a:moveTo>
                  <a:pt x="5070020" y="0"/>
                </a:moveTo>
                <a:lnTo>
                  <a:pt x="5070020" y="5486400"/>
                </a:lnTo>
                <a:lnTo>
                  <a:pt x="0" y="5486399"/>
                </a:lnTo>
                <a:lnTo>
                  <a:pt x="0" y="579095"/>
                </a:lnTo>
                <a:lnTo>
                  <a:pt x="268" y="579362"/>
                </a:lnTo>
                <a:lnTo>
                  <a:pt x="582189" y="266"/>
                </a:lnTo>
                <a:lnTo>
                  <a:pt x="581922" y="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600"/>
            </a:lvl1pPr>
          </a:lstStyle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CD2915-BBAC-A1F0-BC9D-D3EBE576B6CA}"/>
              </a:ext>
            </a:extLst>
          </p:cNvPr>
          <p:cNvSpPr/>
          <p:nvPr userDrawn="1"/>
        </p:nvSpPr>
        <p:spPr>
          <a:xfrm>
            <a:off x="361950" y="327025"/>
            <a:ext cx="11468100" cy="6203950"/>
          </a:xfrm>
          <a:prstGeom prst="rect">
            <a:avLst/>
          </a:prstGeom>
          <a:noFill/>
          <a:ln w="28575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31F310B-7369-4DED-0D01-CE0B2057D9A2}"/>
              </a:ext>
            </a:extLst>
          </p:cNvPr>
          <p:cNvCxnSpPr>
            <a:cxnSpLocks/>
          </p:cNvCxnSpPr>
          <p:nvPr/>
        </p:nvCxnSpPr>
        <p:spPr>
          <a:xfrm flipV="1">
            <a:off x="6096000" y="6281057"/>
            <a:ext cx="0" cy="249918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F80554-A5C0-4DF5-30C7-E8509F4304C5}"/>
              </a:ext>
            </a:extLst>
          </p:cNvPr>
          <p:cNvCxnSpPr>
            <a:cxnSpLocks/>
          </p:cNvCxnSpPr>
          <p:nvPr/>
        </p:nvCxnSpPr>
        <p:spPr>
          <a:xfrm flipV="1">
            <a:off x="6096000" y="327025"/>
            <a:ext cx="0" cy="6160861"/>
          </a:xfrm>
          <a:prstGeom prst="line">
            <a:avLst/>
          </a:prstGeom>
          <a:ln w="28575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722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A9154-5D3B-2CDD-4D46-FD8867EFC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5151334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5228" y="853333"/>
            <a:ext cx="4997631" cy="515133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024DDF44-6A4A-DA03-A8BE-598DC99E89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27F1B34D-5253-5267-DEAA-572BCF19BF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222400DF-651A-4479-9C74-9CDA47151016}" type="datetime1">
              <a:rPr lang="en-US" smtClean="0"/>
              <a:t>2/2/2026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234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0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4"/>
            <a:ext cx="4844142" cy="3939646"/>
          </a:xfrm>
        </p:spPr>
        <p:txBody>
          <a:bodyPr anchor="t">
            <a:noAutofit/>
          </a:bodyPr>
          <a:lstStyle>
            <a:lvl1pPr algn="l">
              <a:defRPr sz="5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4F555129-A180-DABF-24A6-1FBDA958D7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5029200"/>
            <a:ext cx="4844143" cy="1169761"/>
          </a:xfrm>
        </p:spPr>
        <p:txBody>
          <a:bodyPr anchor="b">
            <a:normAutofit/>
          </a:bodyPr>
          <a:lstStyle>
            <a:lvl1pPr marL="0" indent="0" algn="l">
              <a:buNone/>
              <a:defRPr sz="1800" b="0" i="0" cap="all" spc="30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E309519-3E22-556C-E01C-12137A86C95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28012" y="685800"/>
            <a:ext cx="5070020" cy="5486400"/>
          </a:xfrm>
          <a:custGeom>
            <a:avLst/>
            <a:gdLst>
              <a:gd name="connsiteX0" fmla="*/ 5070020 w 5070020"/>
              <a:gd name="connsiteY0" fmla="*/ 0 h 5486400"/>
              <a:gd name="connsiteX1" fmla="*/ 5070020 w 5070020"/>
              <a:gd name="connsiteY1" fmla="*/ 5486400 h 5486400"/>
              <a:gd name="connsiteX2" fmla="*/ 0 w 5070020"/>
              <a:gd name="connsiteY2" fmla="*/ 5486399 h 5486400"/>
              <a:gd name="connsiteX3" fmla="*/ 0 w 5070020"/>
              <a:gd name="connsiteY3" fmla="*/ 579095 h 5486400"/>
              <a:gd name="connsiteX4" fmla="*/ 268 w 5070020"/>
              <a:gd name="connsiteY4" fmla="*/ 579362 h 5486400"/>
              <a:gd name="connsiteX5" fmla="*/ 582189 w 5070020"/>
              <a:gd name="connsiteY5" fmla="*/ 266 h 5486400"/>
              <a:gd name="connsiteX6" fmla="*/ 581922 w 5070020"/>
              <a:gd name="connsiteY6" fmla="*/ 1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0020" h="5486400">
                <a:moveTo>
                  <a:pt x="5070020" y="0"/>
                </a:moveTo>
                <a:lnTo>
                  <a:pt x="5070020" y="5486400"/>
                </a:lnTo>
                <a:lnTo>
                  <a:pt x="0" y="5486399"/>
                </a:lnTo>
                <a:lnTo>
                  <a:pt x="0" y="579095"/>
                </a:lnTo>
                <a:lnTo>
                  <a:pt x="268" y="579362"/>
                </a:lnTo>
                <a:lnTo>
                  <a:pt x="582189" y="266"/>
                </a:lnTo>
                <a:lnTo>
                  <a:pt x="581922" y="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600"/>
            </a:lvl1pPr>
          </a:lstStyle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CD2915-BBAC-A1F0-BC9D-D3EBE576B6CA}"/>
              </a:ext>
            </a:extLst>
          </p:cNvPr>
          <p:cNvSpPr/>
          <p:nvPr userDrawn="1"/>
        </p:nvSpPr>
        <p:spPr>
          <a:xfrm>
            <a:off x="361950" y="327025"/>
            <a:ext cx="11468100" cy="6203950"/>
          </a:xfrm>
          <a:prstGeom prst="rect">
            <a:avLst/>
          </a:prstGeom>
          <a:noFill/>
          <a:ln w="28575" cap="flat">
            <a:solidFill>
              <a:schemeClr val="accent3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31F310B-7369-4DED-0D01-CE0B2057D9A2}"/>
              </a:ext>
            </a:extLst>
          </p:cNvPr>
          <p:cNvCxnSpPr>
            <a:cxnSpLocks/>
          </p:cNvCxnSpPr>
          <p:nvPr/>
        </p:nvCxnSpPr>
        <p:spPr>
          <a:xfrm flipV="1">
            <a:off x="6096000" y="6281057"/>
            <a:ext cx="0" cy="249918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F80554-A5C0-4DF5-30C7-E8509F4304C5}"/>
              </a:ext>
            </a:extLst>
          </p:cNvPr>
          <p:cNvCxnSpPr>
            <a:cxnSpLocks/>
          </p:cNvCxnSpPr>
          <p:nvPr/>
        </p:nvCxnSpPr>
        <p:spPr>
          <a:xfrm flipV="1">
            <a:off x="6096000" y="327025"/>
            <a:ext cx="0" cy="6160861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933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567DDB1-50BA-053F-5044-13CD972E0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E0F5E438-B3C9-C45F-E900-E6E1E3E8DB1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3813681"/>
            <a:ext cx="4898571" cy="218831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09656" y="850392"/>
            <a:ext cx="4844144" cy="540410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79B0408-F353-B756-0CA4-644E881D17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D520D91-492B-A641-A848-BEB3248265F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1201FEBF-D140-4633-9B70-3A503CA61AD4}" type="datetime1">
              <a:rPr lang="en-US" smtClean="0"/>
              <a:t>2/2/2026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03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CD9AFCA-1D1A-D583-A3C7-F086816A23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27025"/>
            <a:ext cx="0" cy="6160861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4606A35E-DBB6-E5DF-F837-92E894DDB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899541C-E35F-E909-EAA3-7931F9A15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3813682"/>
            <a:ext cx="4898571" cy="218831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DB7DBB6-A2E9-1B6C-7928-330959C4624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28012" y="685800"/>
            <a:ext cx="5070020" cy="5486400"/>
          </a:xfrm>
          <a:custGeom>
            <a:avLst/>
            <a:gdLst>
              <a:gd name="connsiteX0" fmla="*/ 5070020 w 5070020"/>
              <a:gd name="connsiteY0" fmla="*/ 0 h 5486400"/>
              <a:gd name="connsiteX1" fmla="*/ 5070020 w 5070020"/>
              <a:gd name="connsiteY1" fmla="*/ 5486400 h 5486400"/>
              <a:gd name="connsiteX2" fmla="*/ 0 w 5070020"/>
              <a:gd name="connsiteY2" fmla="*/ 5486399 h 5486400"/>
              <a:gd name="connsiteX3" fmla="*/ 0 w 5070020"/>
              <a:gd name="connsiteY3" fmla="*/ 579095 h 5486400"/>
              <a:gd name="connsiteX4" fmla="*/ 268 w 5070020"/>
              <a:gd name="connsiteY4" fmla="*/ 579362 h 5486400"/>
              <a:gd name="connsiteX5" fmla="*/ 582189 w 5070020"/>
              <a:gd name="connsiteY5" fmla="*/ 266 h 5486400"/>
              <a:gd name="connsiteX6" fmla="*/ 581922 w 5070020"/>
              <a:gd name="connsiteY6" fmla="*/ 1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0020" h="5486400">
                <a:moveTo>
                  <a:pt x="5070020" y="0"/>
                </a:moveTo>
                <a:lnTo>
                  <a:pt x="5070020" y="5486400"/>
                </a:lnTo>
                <a:lnTo>
                  <a:pt x="0" y="5486399"/>
                </a:lnTo>
                <a:lnTo>
                  <a:pt x="0" y="579095"/>
                </a:lnTo>
                <a:lnTo>
                  <a:pt x="268" y="579362"/>
                </a:lnTo>
                <a:lnTo>
                  <a:pt x="582189" y="266"/>
                </a:lnTo>
                <a:lnTo>
                  <a:pt x="581922" y="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600"/>
            </a:lvl1pPr>
          </a:lstStyle>
          <a:p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D560E12-0714-B7BE-9ED4-842720026B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846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8BA9668-A78D-632D-FE8F-C62FE04F2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3813682"/>
            <a:ext cx="4898571" cy="218831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7C70689-88FA-027C-9354-13057024FA9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455228" y="853334"/>
            <a:ext cx="4898571" cy="515133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en-US" sz="2400" b="1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C0568B-88EF-9F5A-D39D-8C9C4C573B4B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27025"/>
            <a:ext cx="0" cy="6160861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A0033C0F-A5E1-BC81-421E-44E417A298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EBBC30C-0776-B059-2CBB-EE2982ECB7D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B63BE472-3891-4216-B770-F52E53667131}" type="datetime1">
              <a:rPr lang="en-US" smtClean="0"/>
              <a:t>2/2/2026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875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BE7B972-F1A2-D06A-182F-39D29608A67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7521" y="3880757"/>
            <a:ext cx="4844142" cy="212316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36484A33-80F1-829D-3F76-3176D5B8D51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9658" y="850392"/>
            <a:ext cx="4844142" cy="515353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E3E568F1-97D8-9686-E47A-F520BE6B13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274116E6-D006-0D1F-861D-2B50A4E1D5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92C9618A-2189-4802-BD34-F288EF802528}" type="datetime1">
              <a:rPr lang="en-US" smtClean="0"/>
              <a:t>2/2/2026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380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E0AD4BE-B150-7C27-72CC-9AAE5D788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10515602" cy="1377184"/>
          </a:xfrm>
        </p:spPr>
        <p:txBody>
          <a:bodyPr anchor="t" anchorCtr="0">
            <a:normAutofit/>
          </a:bodyPr>
          <a:lstStyle>
            <a:lvl1pPr>
              <a:defRPr lang="en-US" sz="3600" b="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0AFDFBEE-19C9-1F3E-D9C5-CE7C9A3CDE1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7520" y="2651758"/>
            <a:ext cx="10515601" cy="34667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694F3BC-3534-81A8-CF89-6C667BDFE3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AD02BD2-09CD-274D-9F5F-AD0DCD9B15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F9880A97-BB72-4C49-B020-C005FF9D43B4}" type="datetime1">
              <a:rPr lang="en-US" smtClean="0"/>
              <a:t>2/2/2026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902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0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181" y="2167821"/>
            <a:ext cx="8783638" cy="2522359"/>
          </a:xfrm>
        </p:spPr>
        <p:txBody>
          <a:bodyPr anchor="ctr">
            <a:noAutofit/>
          </a:bodyPr>
          <a:lstStyle>
            <a:lvl1pPr algn="ctr">
              <a:defRPr sz="5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DACFE4-8E78-B00D-57EB-B4DF9B274276}"/>
              </a:ext>
            </a:extLst>
          </p:cNvPr>
          <p:cNvSpPr/>
          <p:nvPr userDrawn="1"/>
        </p:nvSpPr>
        <p:spPr>
          <a:xfrm>
            <a:off x="361950" y="327025"/>
            <a:ext cx="11468100" cy="6203950"/>
          </a:xfrm>
          <a:prstGeom prst="rect">
            <a:avLst/>
          </a:prstGeom>
          <a:noFill/>
          <a:ln w="28575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F81E591-3873-6FE4-95EB-DA604EDF9EBC}"/>
              </a:ext>
            </a:extLst>
          </p:cNvPr>
          <p:cNvGrpSpPr/>
          <p:nvPr userDrawn="1"/>
        </p:nvGrpSpPr>
        <p:grpSpPr>
          <a:xfrm>
            <a:off x="6096000" y="327025"/>
            <a:ext cx="0" cy="6203950"/>
            <a:chOff x="6096000" y="327025"/>
            <a:chExt cx="0" cy="620395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A7C9956-6C25-EB39-6997-F949957C62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6281057"/>
              <a:ext cx="0" cy="249918"/>
            </a:xfrm>
            <a:prstGeom prst="line">
              <a:avLst/>
            </a:prstGeom>
            <a:ln w="28575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88B0979-92D8-B3DF-EEC8-6ACC5604FA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27025"/>
              <a:ext cx="0" cy="249918"/>
            </a:xfrm>
            <a:prstGeom prst="line">
              <a:avLst/>
            </a:prstGeom>
            <a:ln w="28575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22610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8BA9668-A78D-632D-FE8F-C62FE04F2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0DA40DDB-ECC4-BF05-805D-56550EB8CB9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7521" y="3813681"/>
            <a:ext cx="4844142" cy="218831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7C70689-88FA-027C-9354-13057024FA9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455228" y="853334"/>
            <a:ext cx="4898571" cy="5151334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b="1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347472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73152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400" b="1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73152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09728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C0568B-88EF-9F5A-D39D-8C9C4C573B4B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27025"/>
            <a:ext cx="0" cy="6160861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4585FEF-898A-BE20-0E49-7060E3A08D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CAC8CAA-7BE1-C6AD-8CAA-7EF23C3F385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8B1E16E5-E5E5-4583-9AF7-83D9607A8145}" type="datetime1">
              <a:rPr lang="en-US" smtClean="0"/>
              <a:t>2/2/2026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972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505" y="1013460"/>
            <a:ext cx="8682990" cy="2230802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4505" y="3429000"/>
            <a:ext cx="8682989" cy="2230802"/>
          </a:xfrm>
        </p:spPr>
        <p:txBody>
          <a:bodyPr anchor="t" anchorCtr="0">
            <a:normAutofit/>
          </a:bodyPr>
          <a:lstStyle>
            <a:lvl1pPr marL="0" indent="0" algn="ctr">
              <a:lnSpc>
                <a:spcPct val="200000"/>
              </a:lnSpc>
              <a:buNone/>
              <a:defRPr lang="en-US" sz="1600" kern="1200" cap="all" spc="30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1pPr>
            <a:lvl2pPr marL="742950" indent="-285750" algn="ctr">
              <a:lnSpc>
                <a:spcPct val="11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>
              <a:lnSpc>
                <a:spcPct val="11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3pPr>
            <a:lvl4pPr marL="1657350" indent="-285750" algn="ctr">
              <a:lnSpc>
                <a:spcPct val="11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4pPr>
            <a:lvl5pPr marL="2114550" indent="-285750" algn="ctr">
              <a:lnSpc>
                <a:spcPct val="11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0754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4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3CA3B387-33D3-4D27-BE27-9B85ACC6AC8A}" type="datetime1">
              <a:rPr lang="en-US" smtClean="0"/>
              <a:t>2/2/2026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608E0E-05B9-F221-80C3-04CA4E4ABA35}"/>
              </a:ext>
            </a:extLst>
          </p:cNvPr>
          <p:cNvSpPr/>
          <p:nvPr userDrawn="1"/>
        </p:nvSpPr>
        <p:spPr>
          <a:xfrm>
            <a:off x="361950" y="327025"/>
            <a:ext cx="11468100" cy="6203950"/>
          </a:xfrm>
          <a:prstGeom prst="rect">
            <a:avLst/>
          </a:prstGeom>
          <a:noFill/>
          <a:ln w="28575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D2231DE-625E-E718-1111-43464C19E14D}"/>
              </a:ext>
            </a:extLst>
          </p:cNvPr>
          <p:cNvGrpSpPr/>
          <p:nvPr userDrawn="1"/>
        </p:nvGrpSpPr>
        <p:grpSpPr>
          <a:xfrm>
            <a:off x="6096000" y="327025"/>
            <a:ext cx="0" cy="6203950"/>
            <a:chOff x="6096000" y="327025"/>
            <a:chExt cx="0" cy="620395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C307328-46EA-E83E-5BCB-1C57369D3A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6281057"/>
              <a:ext cx="0" cy="249918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E603F6C5-78F9-FA16-B62C-389A70997B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27025"/>
              <a:ext cx="0" cy="249918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2399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96" r:id="rId2"/>
    <p:sldLayoutId id="2147483718" r:id="rId3"/>
    <p:sldLayoutId id="2147483712" r:id="rId4"/>
    <p:sldLayoutId id="2147483719" r:id="rId5"/>
    <p:sldLayoutId id="2147483705" r:id="rId6"/>
    <p:sldLayoutId id="2147483713" r:id="rId7"/>
    <p:sldLayoutId id="2147483699" r:id="rId8"/>
    <p:sldLayoutId id="2147483716" r:id="rId9"/>
    <p:sldLayoutId id="2147483702" r:id="rId10"/>
    <p:sldLayoutId id="2147483714" r:id="rId11"/>
    <p:sldLayoutId id="2147483720" r:id="rId12"/>
    <p:sldLayoutId id="214748370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574" userDrawn="1">
          <p15:clr>
            <a:srgbClr val="F26B43"/>
          </p15:clr>
        </p15:guide>
        <p15:guide id="3" pos="7106" userDrawn="1">
          <p15:clr>
            <a:srgbClr val="F26B43"/>
          </p15:clr>
        </p15:guide>
        <p15:guide id="4" orient="horz" pos="3748" userDrawn="1">
          <p15:clr>
            <a:srgbClr val="F26B43"/>
          </p15:clr>
        </p15:guide>
        <p15:guide id="5" pos="4407" userDrawn="1">
          <p15:clr>
            <a:srgbClr val="F26B43"/>
          </p15:clr>
        </p15:guide>
        <p15:guide id="6" pos="3273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  <p15:guide id="9" pos="302" userDrawn="1">
          <p15:clr>
            <a:srgbClr val="F26B43"/>
          </p15:clr>
        </p15:guide>
        <p15:guide id="10" pos="737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27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857963-8D3D-4F24-B535-54652EE09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804672"/>
            <a:ext cx="10460736" cy="3255264"/>
          </a:xfrm>
        </p:spPr>
        <p:txBody>
          <a:bodyPr anchor="b"/>
          <a:lstStyle/>
          <a:p>
            <a:r>
              <a:rPr lang="en-US"/>
              <a:t>Spotify Music Recommendation System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23514F-9C9F-4868-A7D9-66CAA07E61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81573" y="4526280"/>
            <a:ext cx="6028854" cy="9144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Presented by Hackathon Team 3</a:t>
            </a:r>
          </a:p>
        </p:txBody>
      </p:sp>
    </p:spTree>
    <p:extLst>
      <p:ext uri="{BB962C8B-B14F-4D97-AF65-F5344CB8AC3E}">
        <p14:creationId xmlns:p14="http://schemas.microsoft.com/office/powerpoint/2010/main" val="2142316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5151334"/>
          </a:xfrm>
          <a:noFill/>
        </p:spPr>
        <p:txBody>
          <a:bodyPr anchor="ctr">
            <a:noAutofit/>
          </a:bodyPr>
          <a:lstStyle/>
          <a:p>
            <a:r>
              <a:rPr lang="en-US"/>
              <a:t>Project Aim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5229" y="853333"/>
            <a:ext cx="4920342" cy="5151334"/>
          </a:xfrm>
          <a:noFill/>
        </p:spPr>
        <p:txBody>
          <a:bodyPr>
            <a:normAutofit/>
          </a:bodyPr>
          <a:lstStyle/>
          <a:p>
            <a:r>
              <a:rPr lang="en-US" sz="1200" dirty="0">
                <a:ea typeface="+mn-lt"/>
                <a:cs typeface="+mn-lt"/>
              </a:rPr>
              <a:t>The aim of this project was to assess whether audio features and genre classifications could be used to Create Song Recommendations based on sound profiles.</a:t>
            </a:r>
            <a:endParaRPr lang="en-US" sz="1200" dirty="0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4169552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82CA5-2034-A800-DFF3-9A41586FC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5605" y="1276669"/>
            <a:ext cx="9480787" cy="878591"/>
          </a:xfrm>
        </p:spPr>
        <p:txBody>
          <a:bodyPr>
            <a:normAutofit/>
          </a:bodyPr>
          <a:lstStyle/>
          <a:p>
            <a:pPr algn="ctr"/>
            <a:r>
              <a:rPr lang="en-GB" sz="5400"/>
              <a:t>Data Transformation</a:t>
            </a:r>
            <a:endParaRPr lang="en-US" sz="540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13A3444-2C6A-EE7A-6175-7EEFC46EC376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142126814"/>
              </p:ext>
            </p:extLst>
          </p:nvPr>
        </p:nvGraphicFramePr>
        <p:xfrm>
          <a:off x="471311" y="2309666"/>
          <a:ext cx="11239969" cy="25922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1834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0F962-4032-3108-250C-7852CA02B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6245D-27B6-72DA-F668-B474B3DA4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5605" y="713961"/>
            <a:ext cx="9480787" cy="878591"/>
          </a:xfrm>
        </p:spPr>
        <p:txBody>
          <a:bodyPr>
            <a:normAutofit/>
          </a:bodyPr>
          <a:lstStyle/>
          <a:p>
            <a:pPr algn="ctr"/>
            <a:r>
              <a:rPr lang="en-GB" sz="5400"/>
              <a:t>Cleaning Duplicates</a:t>
            </a:r>
            <a:endParaRPr lang="en-US" sz="5400"/>
          </a:p>
        </p:txBody>
      </p:sp>
      <p:graphicFrame>
        <p:nvGraphicFramePr>
          <p:cNvPr id="24" name="Diagram 23">
            <a:extLst>
              <a:ext uri="{FF2B5EF4-FFF2-40B4-BE49-F238E27FC236}">
                <a16:creationId xmlns:a16="http://schemas.microsoft.com/office/drawing/2014/main" id="{360B4B18-BB51-B515-2B6A-A1EA0FA25C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971200"/>
              </p:ext>
            </p:extLst>
          </p:nvPr>
        </p:nvGraphicFramePr>
        <p:xfrm>
          <a:off x="1090247" y="3429000"/>
          <a:ext cx="10011507" cy="27549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688" name="Diagram 1687">
            <a:extLst>
              <a:ext uri="{FF2B5EF4-FFF2-40B4-BE49-F238E27FC236}">
                <a16:creationId xmlns:a16="http://schemas.microsoft.com/office/drawing/2014/main" id="{D7D2AD62-2F38-0916-6DE9-922592686F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7963477"/>
              </p:ext>
            </p:extLst>
          </p:nvPr>
        </p:nvGraphicFramePr>
        <p:xfrm>
          <a:off x="1226343" y="1159668"/>
          <a:ext cx="10108404" cy="32408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570658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275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D08A4D-3FF8-2803-4F74-63B1839B6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4E90A-057A-6A19-711E-19A8DFF5F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4"/>
            <a:ext cx="4844142" cy="3939646"/>
          </a:xfrm>
          <a:noFill/>
        </p:spPr>
        <p:txBody>
          <a:bodyPr>
            <a:noAutofit/>
          </a:bodyPr>
          <a:lstStyle/>
          <a:p>
            <a:r>
              <a:rPr lang="en-US"/>
              <a:t>Neural Networks 1.0 Data Prep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5161AC-4EE0-75E0-B6EB-45D4B57977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5802243"/>
            <a:ext cx="4844143" cy="374632"/>
          </a:xfrm>
          <a:noFill/>
        </p:spPr>
        <p:txBody>
          <a:bodyPr>
            <a:noAutofit/>
          </a:bodyPr>
          <a:lstStyle/>
          <a:p>
            <a:r>
              <a:rPr lang="en-US">
                <a:ea typeface="Source Sans Pro"/>
              </a:rPr>
              <a:t>Cetegorizing Music Genres</a:t>
            </a:r>
          </a:p>
        </p:txBody>
      </p:sp>
      <p:pic>
        <p:nvPicPr>
          <p:cNvPr id="7" name="Picture Placeholder 6" descr="614 Abstract Digital Matrix Glowing Nodes Lines Blue Design Stock Photos -  Free &amp; Royalty-Free Stock Photos from Dreamstime">
            <a:extLst>
              <a:ext uri="{FF2B5EF4-FFF2-40B4-BE49-F238E27FC236}">
                <a16:creationId xmlns:a16="http://schemas.microsoft.com/office/drawing/2014/main" id="{DE867009-D46C-7ACE-346B-4E91934D9C8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3791" r="3791"/>
          <a:stretch/>
        </p:blipFill>
        <p:spPr>
          <a:xfrm>
            <a:off x="6394585" y="1096273"/>
            <a:ext cx="5291482" cy="4698585"/>
          </a:xfrm>
          <a:custGeom>
            <a:avLst/>
            <a:gdLst>
              <a:gd name="connsiteX0" fmla="*/ 5070020 w 5070020"/>
              <a:gd name="connsiteY0" fmla="*/ 0 h 5486400"/>
              <a:gd name="connsiteX1" fmla="*/ 5070020 w 5070020"/>
              <a:gd name="connsiteY1" fmla="*/ 5486400 h 5486400"/>
              <a:gd name="connsiteX2" fmla="*/ 0 w 5070020"/>
              <a:gd name="connsiteY2" fmla="*/ 5486399 h 5486400"/>
              <a:gd name="connsiteX3" fmla="*/ 0 w 5070020"/>
              <a:gd name="connsiteY3" fmla="*/ 579095 h 5486400"/>
              <a:gd name="connsiteX4" fmla="*/ 268 w 5070020"/>
              <a:gd name="connsiteY4" fmla="*/ 579362 h 5486400"/>
              <a:gd name="connsiteX5" fmla="*/ 582189 w 5070020"/>
              <a:gd name="connsiteY5" fmla="*/ 266 h 5486400"/>
              <a:gd name="connsiteX6" fmla="*/ 581922 w 5070020"/>
              <a:gd name="connsiteY6" fmla="*/ 1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0020" h="5486400">
                <a:moveTo>
                  <a:pt x="5070020" y="0"/>
                </a:moveTo>
                <a:lnTo>
                  <a:pt x="5070020" y="5486400"/>
                </a:lnTo>
                <a:lnTo>
                  <a:pt x="0" y="5486399"/>
                </a:lnTo>
                <a:lnTo>
                  <a:pt x="0" y="579095"/>
                </a:lnTo>
                <a:lnTo>
                  <a:pt x="268" y="579362"/>
                </a:lnTo>
                <a:lnTo>
                  <a:pt x="582189" y="266"/>
                </a:lnTo>
                <a:lnTo>
                  <a:pt x="581922" y="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97749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F028C-8B74-1938-2637-990C58093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892" y="1175717"/>
            <a:ext cx="5733142" cy="1566028"/>
          </a:xfrm>
        </p:spPr>
        <p:txBody>
          <a:bodyPr>
            <a:normAutofit fontScale="90000"/>
          </a:bodyPr>
          <a:lstStyle/>
          <a:p>
            <a:r>
              <a:rPr lang="en-GB">
                <a:solidFill>
                  <a:schemeClr val="tx1"/>
                </a:solidFill>
              </a:rPr>
              <a:t>New feature created by categorising song genre into subset listening category 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423A5F1-084C-A9EA-0954-A192B88D96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3175978"/>
              </p:ext>
            </p:extLst>
          </p:nvPr>
        </p:nvGraphicFramePr>
        <p:xfrm>
          <a:off x="6357083" y="1059229"/>
          <a:ext cx="4997450" cy="5149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28" name="Title 1">
            <a:extLst>
              <a:ext uri="{FF2B5EF4-FFF2-40B4-BE49-F238E27FC236}">
                <a16:creationId xmlns:a16="http://schemas.microsoft.com/office/drawing/2014/main" id="{6071610A-B7AB-8860-A789-6423916E2783}"/>
              </a:ext>
            </a:extLst>
          </p:cNvPr>
          <p:cNvSpPr txBox="1">
            <a:spLocks/>
          </p:cNvSpPr>
          <p:nvPr/>
        </p:nvSpPr>
        <p:spPr>
          <a:xfrm>
            <a:off x="627524" y="503595"/>
            <a:ext cx="4844143" cy="68225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Feature Engineering</a:t>
            </a:r>
          </a:p>
        </p:txBody>
      </p:sp>
      <p:sp>
        <p:nvSpPr>
          <p:cNvPr id="329" name="Rectangle: Rounded Corners 328">
            <a:extLst>
              <a:ext uri="{FF2B5EF4-FFF2-40B4-BE49-F238E27FC236}">
                <a16:creationId xmlns:a16="http://schemas.microsoft.com/office/drawing/2014/main" id="{C3F744BC-B506-61FF-A061-8EDD3B831FBF}"/>
              </a:ext>
            </a:extLst>
          </p:cNvPr>
          <p:cNvSpPr/>
          <p:nvPr/>
        </p:nvSpPr>
        <p:spPr>
          <a:xfrm>
            <a:off x="851877" y="2883878"/>
            <a:ext cx="5124937" cy="914400"/>
          </a:xfrm>
          <a:prstGeom prst="roundRect">
            <a:avLst/>
          </a:prstGeom>
          <a:solidFill>
            <a:schemeClr val="accent1"/>
          </a:solidFill>
          <a:ln w="1270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r>
              <a:rPr lang="en-US" sz="3200">
                <a:latin typeface="DM Serif Display"/>
                <a:ea typeface="Source Sans Pro"/>
              </a:rPr>
              <a:t>113 Genres:</a:t>
            </a:r>
            <a:r>
              <a:rPr lang="en-US">
                <a:latin typeface="DM Serif Display"/>
                <a:ea typeface="Source Sans Pro"/>
              </a:rPr>
              <a:t> e.g, honky-tonk, soul, opera, drum-and-bass</a:t>
            </a:r>
            <a:endParaRPr lang="en-US">
              <a:latin typeface="DM Serif Display"/>
            </a:endParaRPr>
          </a:p>
        </p:txBody>
      </p:sp>
      <p:sp>
        <p:nvSpPr>
          <p:cNvPr id="368" name="Rectangle: Rounded Corners 367">
            <a:extLst>
              <a:ext uri="{FF2B5EF4-FFF2-40B4-BE49-F238E27FC236}">
                <a16:creationId xmlns:a16="http://schemas.microsoft.com/office/drawing/2014/main" id="{7527E0F2-A0D1-0461-9552-B3AA56FB03E5}"/>
              </a:ext>
            </a:extLst>
          </p:cNvPr>
          <p:cNvSpPr/>
          <p:nvPr/>
        </p:nvSpPr>
        <p:spPr>
          <a:xfrm>
            <a:off x="851876" y="4730262"/>
            <a:ext cx="5124937" cy="914400"/>
          </a:xfrm>
          <a:prstGeom prst="roundRect">
            <a:avLst/>
          </a:prstGeom>
          <a:solidFill>
            <a:schemeClr val="accent1"/>
          </a:solidFill>
          <a:ln w="12700" cap="flat">
            <a:solidFill>
              <a:schemeClr val="accent1"/>
            </a:solidFill>
            <a:prstDash val="solid"/>
            <a:miter/>
          </a:ln>
        </p:spPr>
        <p:txBody>
          <a:bodyPr lIns="91440" tIns="45720" rIns="91440" bIns="45720" rtlCol="0" anchor="ctr"/>
          <a:lstStyle/>
          <a:p>
            <a:r>
              <a:rPr lang="en-US" sz="3200">
                <a:latin typeface="DM Serif Display"/>
                <a:ea typeface="Source Sans Pro"/>
              </a:rPr>
              <a:t>11 Categories:</a:t>
            </a:r>
            <a:r>
              <a:rPr lang="en-US">
                <a:latin typeface="DM Serif Display"/>
                <a:ea typeface="Source Sans Pro"/>
              </a:rPr>
              <a:t> e.g, country-folk, jazz-blues, classical, electronic, respectively</a:t>
            </a:r>
          </a:p>
        </p:txBody>
      </p:sp>
      <p:sp>
        <p:nvSpPr>
          <p:cNvPr id="369" name="Arrow: Down 368">
            <a:extLst>
              <a:ext uri="{FF2B5EF4-FFF2-40B4-BE49-F238E27FC236}">
                <a16:creationId xmlns:a16="http://schemas.microsoft.com/office/drawing/2014/main" id="{F34E870D-B316-EC59-D448-9055994398E3}"/>
              </a:ext>
            </a:extLst>
          </p:cNvPr>
          <p:cNvSpPr/>
          <p:nvPr/>
        </p:nvSpPr>
        <p:spPr>
          <a:xfrm>
            <a:off x="3046252" y="3805593"/>
            <a:ext cx="494401" cy="919791"/>
          </a:xfrm>
          <a:prstGeom prst="downArrow">
            <a:avLst/>
          </a:pr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72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275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37B0D5-BFDA-8265-0B66-7A666662B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D387F-28BB-F66D-567F-D68000682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734272"/>
            <a:ext cx="5498984" cy="4844520"/>
          </a:xfrm>
          <a:noFill/>
        </p:spPr>
        <p:txBody>
          <a:bodyPr>
            <a:noAutofit/>
          </a:bodyPr>
          <a:lstStyle/>
          <a:p>
            <a:r>
              <a:rPr lang="en-US" sz="3200"/>
              <a:t>Neural Networks 2.0 Song Recommendation App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C96102-4078-D7DC-6F2F-51FE5DC6F5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5802243"/>
            <a:ext cx="4844143" cy="374632"/>
          </a:xfrm>
          <a:noFill/>
        </p:spPr>
        <p:txBody>
          <a:bodyPr>
            <a:noAutofit/>
          </a:bodyPr>
          <a:lstStyle/>
          <a:p>
            <a:r>
              <a:rPr lang="en-US"/>
              <a:t>TensorFlow python Library</a:t>
            </a:r>
            <a:endParaRPr lang="en-US">
              <a:ea typeface="Source Sans Pro"/>
            </a:endParaRPr>
          </a:p>
        </p:txBody>
      </p:sp>
      <p:pic>
        <p:nvPicPr>
          <p:cNvPr id="7" name="Picture Placeholder 6" descr="614 Abstract Digital Matrix Glowing Nodes Lines Blue Design Stock Photos -  Free &amp; Royalty-Free Stock Photos from Dreamstime">
            <a:extLst>
              <a:ext uri="{FF2B5EF4-FFF2-40B4-BE49-F238E27FC236}">
                <a16:creationId xmlns:a16="http://schemas.microsoft.com/office/drawing/2014/main" id="{D0F88F7F-501F-A84C-8478-2102619F5BE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3791" r="3791"/>
          <a:stretch/>
        </p:blipFill>
        <p:spPr>
          <a:xfrm>
            <a:off x="6394585" y="1096273"/>
            <a:ext cx="5291482" cy="4698585"/>
          </a:xfrm>
          <a:custGeom>
            <a:avLst/>
            <a:gdLst>
              <a:gd name="connsiteX0" fmla="*/ 5070020 w 5070020"/>
              <a:gd name="connsiteY0" fmla="*/ 0 h 5486400"/>
              <a:gd name="connsiteX1" fmla="*/ 5070020 w 5070020"/>
              <a:gd name="connsiteY1" fmla="*/ 5486400 h 5486400"/>
              <a:gd name="connsiteX2" fmla="*/ 0 w 5070020"/>
              <a:gd name="connsiteY2" fmla="*/ 5486399 h 5486400"/>
              <a:gd name="connsiteX3" fmla="*/ 0 w 5070020"/>
              <a:gd name="connsiteY3" fmla="*/ 579095 h 5486400"/>
              <a:gd name="connsiteX4" fmla="*/ 268 w 5070020"/>
              <a:gd name="connsiteY4" fmla="*/ 579362 h 5486400"/>
              <a:gd name="connsiteX5" fmla="*/ 582189 w 5070020"/>
              <a:gd name="connsiteY5" fmla="*/ 266 h 5486400"/>
              <a:gd name="connsiteX6" fmla="*/ 581922 w 5070020"/>
              <a:gd name="connsiteY6" fmla="*/ 1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0020" h="5486400">
                <a:moveTo>
                  <a:pt x="5070020" y="0"/>
                </a:moveTo>
                <a:lnTo>
                  <a:pt x="5070020" y="5486400"/>
                </a:lnTo>
                <a:lnTo>
                  <a:pt x="0" y="5486399"/>
                </a:lnTo>
                <a:lnTo>
                  <a:pt x="0" y="579095"/>
                </a:lnTo>
                <a:lnTo>
                  <a:pt x="268" y="579362"/>
                </a:lnTo>
                <a:lnTo>
                  <a:pt x="582189" y="266"/>
                </a:lnTo>
                <a:lnTo>
                  <a:pt x="581922" y="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46004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678" y="630595"/>
            <a:ext cx="4844143" cy="682259"/>
          </a:xfrm>
          <a:noFill/>
        </p:spPr>
        <p:txBody>
          <a:bodyPr>
            <a:noAutofit/>
          </a:bodyPr>
          <a:lstStyle/>
          <a:p>
            <a:r>
              <a:rPr lang="en-US"/>
              <a:t>Model Training Logic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67564-0457-E486-97D0-8109D2C97B3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455228" y="1345703"/>
            <a:ext cx="5039247" cy="4658965"/>
          </a:xfrm>
          <a:noFill/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r>
              <a:rPr lang="en-US">
                <a:ea typeface="+mn-lt"/>
                <a:cs typeface="+mn-lt"/>
              </a:rPr>
              <a:t>Embedding layers: </a:t>
            </a:r>
            <a:r>
              <a:rPr lang="en-US" b="0">
                <a:ea typeface="+mn-lt"/>
                <a:cs typeface="+mn-lt"/>
              </a:rPr>
              <a:t>trainable vectors per token</a:t>
            </a:r>
            <a:endParaRPr lang="en-US" b="0">
              <a:ea typeface="Source Sans Pro"/>
            </a:endParaRPr>
          </a:p>
          <a:p>
            <a:endParaRPr lang="en-US">
              <a:ea typeface="Source Sans Pro"/>
            </a:endParaRPr>
          </a:p>
          <a:p>
            <a:r>
              <a:rPr lang="en-US">
                <a:ea typeface="+mn-lt"/>
                <a:cs typeface="+mn-lt"/>
              </a:rPr>
              <a:t>Dense layers:</a:t>
            </a:r>
            <a:r>
              <a:rPr lang="en-US" b="0">
                <a:ea typeface="+mn-lt"/>
                <a:cs typeface="+mn-lt"/>
              </a:rPr>
              <a:t> learnable weight matrices and biases that transform and mix feature layers can learn </a:t>
            </a:r>
            <a:r>
              <a:rPr lang="en-US">
                <a:ea typeface="+mn-lt"/>
                <a:cs typeface="+mn-lt"/>
              </a:rPr>
              <a:t>joint (cross‑modal)interactions between audio profiles andgenre</a:t>
            </a:r>
            <a:r>
              <a:rPr lang="en-US" b="0">
                <a:ea typeface="+mn-lt"/>
                <a:cs typeface="+mn-lt"/>
              </a:rPr>
              <a:t> to produce the final song embedding</a:t>
            </a:r>
          </a:p>
          <a:p>
            <a:endParaRPr lang="en-US">
              <a:ea typeface="Source Sans Pro"/>
            </a:endParaRPr>
          </a:p>
          <a:p>
            <a:r>
              <a:rPr lang="en-US">
                <a:ea typeface="+mn-lt"/>
                <a:cs typeface="+mn-lt"/>
              </a:rPr>
              <a:t>BatchNormalization: </a:t>
            </a:r>
            <a:r>
              <a:rPr lang="en-US" b="0">
                <a:ea typeface="+mn-lt"/>
                <a:cs typeface="+mn-lt"/>
              </a:rPr>
              <a:t>has learnable scale/shift parameters (and normalizes activations during training).</a:t>
            </a:r>
          </a:p>
          <a:p>
            <a:endParaRPr lang="en-US">
              <a:ea typeface="+mn-lt"/>
              <a:cs typeface="+mn-lt"/>
            </a:endParaRPr>
          </a:p>
        </p:txBody>
      </p:sp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BECCC8B0-95AF-D1A9-3BFB-D06A5C84DC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8218008"/>
              </p:ext>
            </p:extLst>
          </p:nvPr>
        </p:nvGraphicFramePr>
        <p:xfrm>
          <a:off x="703384" y="1565030"/>
          <a:ext cx="5017476" cy="46540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374" y="480404"/>
            <a:ext cx="5891998" cy="2264874"/>
          </a:xfrm>
          <a:noFill/>
        </p:spPr>
        <p:txBody>
          <a:bodyPr>
            <a:noAutofit/>
          </a:bodyPr>
          <a:lstStyle/>
          <a:p>
            <a:r>
              <a:rPr lang="en-US"/>
              <a:t>Neural Network - The 3 Embedding Vectors</a:t>
            </a:r>
          </a:p>
        </p:txBody>
      </p:sp>
      <p:graphicFrame>
        <p:nvGraphicFramePr>
          <p:cNvPr id="815" name="Content Placeholder 814">
            <a:extLst>
              <a:ext uri="{FF2B5EF4-FFF2-40B4-BE49-F238E27FC236}">
                <a16:creationId xmlns:a16="http://schemas.microsoft.com/office/drawing/2014/main" id="{AE483B29-9053-DC85-B405-05E8845ABB4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54034690"/>
              </p:ext>
            </p:extLst>
          </p:nvPr>
        </p:nvGraphicFramePr>
        <p:xfrm>
          <a:off x="6510338" y="850900"/>
          <a:ext cx="4843462" cy="5403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E446D94A-E7DC-2745-1197-4F869B93F3F7}"/>
              </a:ext>
            </a:extLst>
          </p:cNvPr>
          <p:cNvSpPr>
            <a:spLocks noGrp="1"/>
          </p:cNvSpPr>
          <p:nvPr/>
        </p:nvSpPr>
        <p:spPr>
          <a:xfrm>
            <a:off x="627693" y="1713064"/>
            <a:ext cx="5557081" cy="476985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Music Category</a:t>
            </a:r>
            <a:r>
              <a:rPr lang="en-US">
                <a:ea typeface="+mn-lt"/>
                <a:cs typeface="+mn-lt"/>
              </a:rPr>
              <a:t> vector → </a:t>
            </a:r>
            <a:r>
              <a:rPr lang="en-US" b="1">
                <a:ea typeface="+mn-lt"/>
                <a:cs typeface="+mn-lt"/>
              </a:rPr>
              <a:t>8 numbers</a:t>
            </a:r>
            <a:r>
              <a:rPr lang="en-US">
                <a:ea typeface="+mn-lt"/>
                <a:cs typeface="+mn-lt"/>
              </a:rPr>
              <a:t> per song </a:t>
            </a:r>
            <a:endParaRPr lang="en-US">
              <a:ea typeface="Source Sans Pro"/>
            </a:endParaRPr>
          </a:p>
          <a:p>
            <a:endParaRPr lang="en-US">
              <a:ea typeface="+mn-lt"/>
              <a:cs typeface="+mn-lt"/>
            </a:endParaRPr>
          </a:p>
          <a:p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Track Genre </a:t>
            </a:r>
            <a:r>
              <a:rPr lang="en-US">
                <a:ea typeface="+mn-lt"/>
                <a:cs typeface="+mn-lt"/>
              </a:rPr>
              <a:t>vector → </a:t>
            </a:r>
            <a:r>
              <a:rPr lang="en-US" b="1">
                <a:ea typeface="+mn-lt"/>
                <a:cs typeface="+mn-lt"/>
              </a:rPr>
              <a:t>24 numbers</a:t>
            </a:r>
            <a:r>
              <a:rPr lang="en-US">
                <a:ea typeface="+mn-lt"/>
                <a:cs typeface="+mn-lt"/>
              </a:rPr>
              <a:t> per song </a:t>
            </a:r>
            <a:endParaRPr lang="en-US">
              <a:ea typeface="Source Sans Pro"/>
            </a:endParaRPr>
          </a:p>
          <a:p>
            <a:endParaRPr lang="en-US">
              <a:ea typeface="+mn-lt"/>
              <a:cs typeface="+mn-lt"/>
            </a:endParaRPr>
          </a:p>
          <a:p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Combined Genre</a:t>
            </a:r>
            <a:r>
              <a:rPr lang="en-US">
                <a:ea typeface="+mn-lt"/>
                <a:cs typeface="+mn-lt"/>
              </a:rPr>
              <a:t> vector → </a:t>
            </a:r>
            <a:r>
              <a:rPr lang="en-US" b="1">
                <a:ea typeface="+mn-lt"/>
                <a:cs typeface="+mn-lt"/>
              </a:rPr>
              <a:t>32 numbers</a:t>
            </a:r>
            <a:r>
              <a:rPr lang="en-US">
                <a:ea typeface="+mn-lt"/>
                <a:cs typeface="+mn-lt"/>
              </a:rPr>
              <a:t> per song (24 + 8)</a:t>
            </a:r>
          </a:p>
          <a:p>
            <a:endParaRPr lang="en-US">
              <a:ea typeface="+mn-lt"/>
              <a:cs typeface="+mn-lt"/>
            </a:endParaRPr>
          </a:p>
          <a:p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Song Profile</a:t>
            </a:r>
            <a:r>
              <a:rPr lang="en-US">
                <a:ea typeface="+mn-lt"/>
                <a:cs typeface="+mn-lt"/>
              </a:rPr>
              <a:t> vector → </a:t>
            </a:r>
            <a:r>
              <a:rPr lang="en-US" b="1">
                <a:ea typeface="+mn-lt"/>
                <a:cs typeface="+mn-lt"/>
              </a:rPr>
              <a:t>64 numbers </a:t>
            </a:r>
            <a:r>
              <a:rPr lang="en-US">
                <a:ea typeface="+mn-lt"/>
                <a:cs typeface="+mn-lt"/>
              </a:rPr>
              <a:t>per song</a:t>
            </a:r>
          </a:p>
        </p:txBody>
      </p:sp>
      <p:sp>
        <p:nvSpPr>
          <p:cNvPr id="19" name="Arrow: Left 18">
            <a:extLst>
              <a:ext uri="{FF2B5EF4-FFF2-40B4-BE49-F238E27FC236}">
                <a16:creationId xmlns:a16="http://schemas.microsoft.com/office/drawing/2014/main" id="{E270AFBB-E501-6FD2-EA75-EEBEEF7A4968}"/>
              </a:ext>
            </a:extLst>
          </p:cNvPr>
          <p:cNvSpPr/>
          <p:nvPr/>
        </p:nvSpPr>
        <p:spPr>
          <a:xfrm rot="16200000">
            <a:off x="2680274" y="2336335"/>
            <a:ext cx="978408" cy="484631"/>
          </a:xfrm>
          <a:prstGeom prst="leftArrow">
            <a:avLst/>
          </a:prstGeom>
          <a:solidFill>
            <a:schemeClr val="accent1"/>
          </a:solidFill>
          <a:ln w="1270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/>
          </a:p>
        </p:txBody>
      </p:sp>
      <p:sp>
        <p:nvSpPr>
          <p:cNvPr id="21" name="Arrow: Left 20">
            <a:extLst>
              <a:ext uri="{FF2B5EF4-FFF2-40B4-BE49-F238E27FC236}">
                <a16:creationId xmlns:a16="http://schemas.microsoft.com/office/drawing/2014/main" id="{24128A87-5CBD-5D17-728F-D53760B82BF9}"/>
              </a:ext>
            </a:extLst>
          </p:cNvPr>
          <p:cNvSpPr/>
          <p:nvPr/>
        </p:nvSpPr>
        <p:spPr>
          <a:xfrm rot="16200000">
            <a:off x="2680274" y="3683639"/>
            <a:ext cx="978408" cy="484631"/>
          </a:xfrm>
          <a:prstGeom prst="leftArrow">
            <a:avLst/>
          </a:prstGeom>
          <a:solidFill>
            <a:schemeClr val="accent1"/>
          </a:solidFill>
          <a:ln w="1270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/>
          </a:p>
        </p:txBody>
      </p:sp>
      <p:sp>
        <p:nvSpPr>
          <p:cNvPr id="22" name="Arrow: Left 21">
            <a:extLst>
              <a:ext uri="{FF2B5EF4-FFF2-40B4-BE49-F238E27FC236}">
                <a16:creationId xmlns:a16="http://schemas.microsoft.com/office/drawing/2014/main" id="{3F4D1AA6-7822-AF63-DF01-036DB60F2D06}"/>
              </a:ext>
            </a:extLst>
          </p:cNvPr>
          <p:cNvSpPr/>
          <p:nvPr/>
        </p:nvSpPr>
        <p:spPr>
          <a:xfrm rot="16200000">
            <a:off x="2680274" y="5086161"/>
            <a:ext cx="978408" cy="484631"/>
          </a:xfrm>
          <a:prstGeom prst="leftArrow">
            <a:avLst/>
          </a:prstGeom>
          <a:solidFill>
            <a:schemeClr val="accent1"/>
          </a:solidFill>
          <a:ln w="1270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275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DE30B3-70D4-BD00-F6B8-5631F5DBB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98D8013-3CF5-A261-D4E3-D6BBA739BC04}"/>
              </a:ext>
            </a:extLst>
          </p:cNvPr>
          <p:cNvSpPr txBox="1">
            <a:spLocks/>
          </p:cNvSpPr>
          <p:nvPr/>
        </p:nvSpPr>
        <p:spPr>
          <a:xfrm>
            <a:off x="750277" y="625870"/>
            <a:ext cx="4941835" cy="69202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/>
              <a:t>​</a:t>
            </a:r>
            <a:r>
              <a:rPr lang="en-US" sz="3600">
                <a:solidFill>
                  <a:srgbClr val="FAECEB"/>
                </a:solidFill>
              </a:rPr>
              <a:t>Final Embedding Layer - </a:t>
            </a:r>
            <a:r>
              <a:rPr lang="en-US" sz="3600">
                <a:solidFill>
                  <a:schemeClr val="bg1"/>
                </a:solidFill>
              </a:rPr>
              <a:t>Sound Profiling 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AFA2A2C-07BD-076D-088A-2E75835D3C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216596"/>
              </p:ext>
            </p:extLst>
          </p:nvPr>
        </p:nvGraphicFramePr>
        <p:xfrm>
          <a:off x="500175" y="1951943"/>
          <a:ext cx="5440497" cy="548640"/>
        </p:xfrm>
        <a:graphic>
          <a:graphicData uri="http://schemas.openxmlformats.org/drawingml/2006/table">
            <a:tbl>
              <a:tblPr bandRow="1">
                <a:tableStyleId>{8799B23B-EC83-4686-B30A-512413B5E67A}</a:tableStyleId>
              </a:tblPr>
              <a:tblGrid>
                <a:gridCol w="1416843">
                  <a:extLst>
                    <a:ext uri="{9D8B030D-6E8A-4147-A177-3AD203B41FA5}">
                      <a16:colId xmlns:a16="http://schemas.microsoft.com/office/drawing/2014/main" val="2045371432"/>
                    </a:ext>
                  </a:extLst>
                </a:gridCol>
                <a:gridCol w="846353">
                  <a:extLst>
                    <a:ext uri="{9D8B030D-6E8A-4147-A177-3AD203B41FA5}">
                      <a16:colId xmlns:a16="http://schemas.microsoft.com/office/drawing/2014/main" val="2630375030"/>
                    </a:ext>
                  </a:extLst>
                </a:gridCol>
                <a:gridCol w="970745">
                  <a:extLst>
                    <a:ext uri="{9D8B030D-6E8A-4147-A177-3AD203B41FA5}">
                      <a16:colId xmlns:a16="http://schemas.microsoft.com/office/drawing/2014/main" val="2297881974"/>
                    </a:ext>
                  </a:extLst>
                </a:gridCol>
                <a:gridCol w="1335715">
                  <a:extLst>
                    <a:ext uri="{9D8B030D-6E8A-4147-A177-3AD203B41FA5}">
                      <a16:colId xmlns:a16="http://schemas.microsoft.com/office/drawing/2014/main" val="818922488"/>
                    </a:ext>
                  </a:extLst>
                </a:gridCol>
                <a:gridCol w="870841">
                  <a:extLst>
                    <a:ext uri="{9D8B030D-6E8A-4147-A177-3AD203B41FA5}">
                      <a16:colId xmlns:a16="http://schemas.microsoft.com/office/drawing/2014/main" val="32493779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rgbClr val="92D050"/>
                          </a:solidFill>
                          <a:effectLst/>
                        </a:rPr>
                        <a:t>danceability</a:t>
                      </a:r>
                    </a:p>
                  </a:txBody>
                  <a:tcPr marL="0" marR="0" marT="0" marB="0" anchor="ctr">
                    <a:lnL w="38100">
                      <a:solidFill>
                        <a:schemeClr val="tx1"/>
                      </a:solidFill>
                    </a:lnL>
                    <a:lnR w="38100">
                      <a:solidFill>
                        <a:schemeClr val="tx1"/>
                      </a:solidFill>
                    </a:lnR>
                    <a:lnT w="38100">
                      <a:solidFill>
                        <a:schemeClr val="tx1"/>
                      </a:solidFill>
                    </a:lnT>
                    <a:lnB w="381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rgbClr val="92D050"/>
                          </a:solidFill>
                          <a:effectLst/>
                        </a:rPr>
                        <a:t>energy</a:t>
                      </a:r>
                    </a:p>
                  </a:txBody>
                  <a:tcPr marL="0" marR="0" marT="0" marB="0" anchor="ctr">
                    <a:lnL w="38100">
                      <a:solidFill>
                        <a:schemeClr val="tx1"/>
                      </a:solidFill>
                    </a:lnL>
                    <a:lnR w="38100">
                      <a:solidFill>
                        <a:schemeClr val="tx1"/>
                      </a:solidFill>
                    </a:lnR>
                    <a:lnT w="38100">
                      <a:solidFill>
                        <a:schemeClr val="tx1"/>
                      </a:solidFill>
                    </a:lnT>
                    <a:lnB w="381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rgbClr val="92D050"/>
                          </a:solidFill>
                          <a:effectLst/>
                        </a:rPr>
                        <a:t>loudness</a:t>
                      </a:r>
                    </a:p>
                  </a:txBody>
                  <a:tcPr marL="0" marR="0" marT="0" marB="0" anchor="ctr">
                    <a:lnL w="38100">
                      <a:solidFill>
                        <a:schemeClr val="tx1"/>
                      </a:solidFill>
                    </a:lnL>
                    <a:lnR w="38100">
                      <a:solidFill>
                        <a:schemeClr val="tx1"/>
                      </a:solidFill>
                    </a:lnR>
                    <a:lnT w="38100">
                      <a:solidFill>
                        <a:schemeClr val="tx1"/>
                      </a:solidFill>
                    </a:lnT>
                    <a:lnB w="381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rgbClr val="92D050"/>
                          </a:solidFill>
                          <a:effectLst/>
                        </a:rPr>
                        <a:t>speechiness</a:t>
                      </a:r>
                    </a:p>
                  </a:txBody>
                  <a:tcPr marL="0" marR="0" marT="0" marB="0" anchor="ctr">
                    <a:lnL w="38100">
                      <a:solidFill>
                        <a:schemeClr val="tx1"/>
                      </a:solidFill>
                    </a:lnL>
                    <a:lnR w="38100">
                      <a:solidFill>
                        <a:schemeClr val="tx1"/>
                      </a:solidFill>
                    </a:lnR>
                    <a:lnT w="38100">
                      <a:solidFill>
                        <a:schemeClr val="tx1"/>
                      </a:solidFill>
                    </a:lnT>
                    <a:lnB w="381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rgbClr val="92D050"/>
                          </a:solidFill>
                          <a:effectLst/>
                        </a:rPr>
                        <a:t>acoustic</a:t>
                      </a:r>
                    </a:p>
                  </a:txBody>
                  <a:tcPr marL="0" marR="0" marT="0" marB="0" anchor="ctr">
                    <a:lnL w="38100">
                      <a:solidFill>
                        <a:schemeClr val="tx1"/>
                      </a:solidFill>
                    </a:lnL>
                    <a:lnR w="38100">
                      <a:solidFill>
                        <a:schemeClr val="tx1"/>
                      </a:solidFill>
                    </a:lnR>
                    <a:lnT w="38100">
                      <a:solidFill>
                        <a:schemeClr val="tx1"/>
                      </a:solidFill>
                    </a:lnT>
                    <a:lnB w="381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42130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rgbClr val="92D050"/>
                          </a:solidFill>
                          <a:effectLst/>
                        </a:rPr>
                        <a:t>0.676</a:t>
                      </a:r>
                    </a:p>
                  </a:txBody>
                  <a:tcPr marL="0" marR="0" marT="0" marB="0" anchor="ctr">
                    <a:lnL w="38100">
                      <a:solidFill>
                        <a:schemeClr val="tx1"/>
                      </a:solidFill>
                    </a:lnL>
                    <a:lnR w="38100">
                      <a:solidFill>
                        <a:schemeClr val="tx1"/>
                      </a:solidFill>
                    </a:lnR>
                    <a:lnT w="38100">
                      <a:solidFill>
                        <a:schemeClr val="tx1"/>
                      </a:solidFill>
                    </a:lnT>
                    <a:lnB w="381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rgbClr val="92D050"/>
                          </a:solidFill>
                        </a:rPr>
                        <a:t>0.461</a:t>
                      </a:r>
                    </a:p>
                  </a:txBody>
                  <a:tcPr marL="0" marR="0" marT="0" marB="0" anchor="ctr">
                    <a:lnL w="38100">
                      <a:solidFill>
                        <a:schemeClr val="tx1"/>
                      </a:solidFill>
                    </a:lnL>
                    <a:lnR w="38100">
                      <a:solidFill>
                        <a:schemeClr val="tx1"/>
                      </a:solidFill>
                    </a:lnR>
                    <a:lnT w="38100">
                      <a:solidFill>
                        <a:schemeClr val="tx1"/>
                      </a:solidFill>
                    </a:lnT>
                    <a:lnB w="381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rgbClr val="92D050"/>
                          </a:solidFill>
                        </a:rPr>
                        <a:t>-6.746</a:t>
                      </a:r>
                    </a:p>
                  </a:txBody>
                  <a:tcPr marL="0" marR="0" marT="0" marB="0" anchor="ctr">
                    <a:lnL w="38100">
                      <a:solidFill>
                        <a:schemeClr val="tx1"/>
                      </a:solidFill>
                    </a:lnL>
                    <a:lnR w="38100">
                      <a:solidFill>
                        <a:schemeClr val="tx1"/>
                      </a:solidFill>
                    </a:lnR>
                    <a:lnT w="38100">
                      <a:solidFill>
                        <a:schemeClr val="tx1"/>
                      </a:solidFill>
                    </a:lnT>
                    <a:lnB w="381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rgbClr val="92D050"/>
                          </a:solidFill>
                        </a:rPr>
                        <a:t>0.143</a:t>
                      </a:r>
                    </a:p>
                  </a:txBody>
                  <a:tcPr marL="0" marR="0" marT="0" marB="0" anchor="ctr">
                    <a:lnL w="38100">
                      <a:solidFill>
                        <a:schemeClr val="tx1"/>
                      </a:solidFill>
                    </a:lnL>
                    <a:lnR w="38100">
                      <a:solidFill>
                        <a:schemeClr val="tx1"/>
                      </a:solidFill>
                    </a:lnR>
                    <a:lnT w="38100">
                      <a:solidFill>
                        <a:schemeClr val="tx1"/>
                      </a:solidFill>
                    </a:lnT>
                    <a:lnB w="381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rgbClr val="92D050"/>
                          </a:solidFill>
                        </a:rPr>
                        <a:t>0.0322</a:t>
                      </a:r>
                    </a:p>
                  </a:txBody>
                  <a:tcPr marL="0" marR="0" marT="0" marB="0" anchor="ctr">
                    <a:lnL w="38100">
                      <a:solidFill>
                        <a:schemeClr val="tx1"/>
                      </a:solidFill>
                    </a:lnL>
                    <a:lnR w="38100">
                      <a:solidFill>
                        <a:schemeClr val="tx1"/>
                      </a:solidFill>
                    </a:lnR>
                    <a:lnT w="38100">
                      <a:solidFill>
                        <a:schemeClr val="tx1"/>
                      </a:solidFill>
                    </a:lnT>
                    <a:lnB w="381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852817"/>
                  </a:ext>
                </a:extLst>
              </a:tr>
            </a:tbl>
          </a:graphicData>
        </a:graphic>
      </p:graphicFrame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2D204D9-3986-C10D-951E-AD9DBE6AD6B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1E06E3B5-0E37-B7B0-E120-3F8462759E84}"/>
              </a:ext>
            </a:extLst>
          </p:cNvPr>
          <p:cNvSpPr txBox="1">
            <a:spLocks/>
          </p:cNvSpPr>
          <p:nvPr/>
        </p:nvSpPr>
        <p:spPr>
          <a:xfrm>
            <a:off x="675390" y="3575435"/>
            <a:ext cx="5262394" cy="303044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The song profile branch takes the song’s </a:t>
            </a:r>
            <a:r>
              <a:rPr lang="en-US" sz="2000" b="1">
                <a:solidFill>
                  <a:schemeClr val="bg1"/>
                </a:solidFill>
                <a:ea typeface="+mn-lt"/>
                <a:cs typeface="+mn-lt"/>
              </a:rPr>
              <a:t>continuous sound/profile features</a:t>
            </a:r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 (e.g., popularity, danceability, energy, acousticness, etc.), normalizes them , and projects them into a learned representation (third vector).</a:t>
            </a:r>
          </a:p>
          <a:p>
            <a:endParaRPr lang="en-US" sz="2000">
              <a:solidFill>
                <a:schemeClr val="bg1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This outputs a </a:t>
            </a:r>
            <a:r>
              <a:rPr lang="en-US" sz="2000" b="1">
                <a:solidFill>
                  <a:schemeClr val="bg1"/>
                </a:solidFill>
                <a:ea typeface="+mn-lt"/>
                <a:cs typeface="+mn-lt"/>
              </a:rPr>
              <a:t>64‑number vector</a:t>
            </a:r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 per song</a:t>
            </a:r>
          </a:p>
          <a:p>
            <a:endParaRPr lang="en-US" sz="2000">
              <a:ea typeface="Source Sans Pro"/>
            </a:endParaRPr>
          </a:p>
        </p:txBody>
      </p:sp>
      <p:pic>
        <p:nvPicPr>
          <p:cNvPr id="20" name="Picture 19" descr="A green triangle with white text&#10;&#10;AI-generated content may be incorrect.">
            <a:extLst>
              <a:ext uri="{FF2B5EF4-FFF2-40B4-BE49-F238E27FC236}">
                <a16:creationId xmlns:a16="http://schemas.microsoft.com/office/drawing/2014/main" id="{16090382-C515-3B18-2A6C-EC8734E27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663" y="1169215"/>
            <a:ext cx="5435460" cy="4516890"/>
          </a:xfrm>
          <a:prstGeom prst="rect">
            <a:avLst/>
          </a:prstGeom>
        </p:spPr>
      </p:pic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0A0A18EB-71B3-B066-FB92-F85DD9F4D8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228060"/>
              </p:ext>
            </p:extLst>
          </p:nvPr>
        </p:nvGraphicFramePr>
        <p:xfrm>
          <a:off x="511968" y="2726531"/>
          <a:ext cx="5462572" cy="548640"/>
        </p:xfrm>
        <a:graphic>
          <a:graphicData uri="http://schemas.openxmlformats.org/drawingml/2006/table">
            <a:tbl>
              <a:tblPr bandRow="1">
                <a:tableStyleId>{8799B23B-EC83-4686-B30A-512413B5E67A}</a:tableStyleId>
              </a:tblPr>
              <a:tblGrid>
                <a:gridCol w="2057335">
                  <a:extLst>
                    <a:ext uri="{9D8B030D-6E8A-4147-A177-3AD203B41FA5}">
                      <a16:colId xmlns:a16="http://schemas.microsoft.com/office/drawing/2014/main" val="1389958044"/>
                    </a:ext>
                  </a:extLst>
                </a:gridCol>
                <a:gridCol w="1135079">
                  <a:extLst>
                    <a:ext uri="{9D8B030D-6E8A-4147-A177-3AD203B41FA5}">
                      <a16:colId xmlns:a16="http://schemas.microsoft.com/office/drawing/2014/main" val="1728314560"/>
                    </a:ext>
                  </a:extLst>
                </a:gridCol>
                <a:gridCol w="1135079">
                  <a:extLst>
                    <a:ext uri="{9D8B030D-6E8A-4147-A177-3AD203B41FA5}">
                      <a16:colId xmlns:a16="http://schemas.microsoft.com/office/drawing/2014/main" val="3877978603"/>
                    </a:ext>
                  </a:extLst>
                </a:gridCol>
                <a:gridCol w="1135079">
                  <a:extLst>
                    <a:ext uri="{9D8B030D-6E8A-4147-A177-3AD203B41FA5}">
                      <a16:colId xmlns:a16="http://schemas.microsoft.com/office/drawing/2014/main" val="302396327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rgbClr val="92D050"/>
                          </a:solidFill>
                          <a:effectLst/>
                        </a:rPr>
                        <a:t>instrumentalness</a:t>
                      </a:r>
                    </a:p>
                  </a:txBody>
                  <a:tcPr marL="0" marR="0" marT="0" marB="0" anchor="ctr">
                    <a:lnL w="38100">
                      <a:solidFill>
                        <a:schemeClr val="tx1"/>
                      </a:solidFill>
                    </a:lnL>
                    <a:lnR w="38100">
                      <a:solidFill>
                        <a:schemeClr val="tx1"/>
                      </a:solidFill>
                    </a:lnR>
                    <a:lnT w="38100">
                      <a:solidFill>
                        <a:schemeClr val="tx1"/>
                      </a:solidFill>
                    </a:lnT>
                    <a:lnB w="381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rgbClr val="92D050"/>
                          </a:solidFill>
                          <a:effectLst/>
                        </a:rPr>
                        <a:t>liveness</a:t>
                      </a:r>
                    </a:p>
                  </a:txBody>
                  <a:tcPr marL="0" marR="0" marT="0" marB="0" anchor="ctr">
                    <a:lnL w="38100">
                      <a:solidFill>
                        <a:schemeClr val="tx1"/>
                      </a:solidFill>
                    </a:lnL>
                    <a:lnR w="38100">
                      <a:solidFill>
                        <a:schemeClr val="tx1"/>
                      </a:solidFill>
                    </a:lnR>
                    <a:lnT w="38100">
                      <a:solidFill>
                        <a:schemeClr val="tx1"/>
                      </a:solidFill>
                    </a:lnT>
                    <a:lnB w="381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rgbClr val="92D050"/>
                          </a:solidFill>
                          <a:effectLst/>
                        </a:rPr>
                        <a:t>valence</a:t>
                      </a:r>
                    </a:p>
                  </a:txBody>
                  <a:tcPr marL="0" marR="0" marT="0" marB="0" anchor="ctr">
                    <a:lnL w="38100">
                      <a:solidFill>
                        <a:schemeClr val="tx1"/>
                      </a:solidFill>
                    </a:lnL>
                    <a:lnR w="38100">
                      <a:solidFill>
                        <a:schemeClr val="tx1"/>
                      </a:solidFill>
                    </a:lnR>
                    <a:lnT w="38100">
                      <a:solidFill>
                        <a:schemeClr val="tx1"/>
                      </a:solidFill>
                    </a:lnT>
                    <a:lnB w="381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rgbClr val="92D050"/>
                          </a:solidFill>
                          <a:effectLst/>
                        </a:rPr>
                        <a:t>tempo</a:t>
                      </a:r>
                    </a:p>
                  </a:txBody>
                  <a:tcPr marL="0" marR="0" marT="0" marB="0" anchor="ctr">
                    <a:lnL w="38100">
                      <a:solidFill>
                        <a:schemeClr val="tx1"/>
                      </a:solidFill>
                    </a:lnL>
                    <a:lnR w="38100">
                      <a:solidFill>
                        <a:schemeClr val="tx1"/>
                      </a:solidFill>
                    </a:lnR>
                    <a:lnT w="38100">
                      <a:solidFill>
                        <a:schemeClr val="tx1"/>
                      </a:solidFill>
                    </a:lnT>
                    <a:lnB w="381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6447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rgbClr val="92D050"/>
                          </a:solidFill>
                          <a:effectLst/>
                        </a:rPr>
                        <a:t>1.01E-06</a:t>
                      </a:r>
                    </a:p>
                  </a:txBody>
                  <a:tcPr marL="0" marR="0" marT="0" marB="0" anchor="ctr">
                    <a:lnL w="38100">
                      <a:solidFill>
                        <a:schemeClr val="tx1"/>
                      </a:solidFill>
                    </a:lnL>
                    <a:lnR w="38100">
                      <a:solidFill>
                        <a:schemeClr val="tx1"/>
                      </a:solidFill>
                    </a:lnR>
                    <a:lnT w="38100">
                      <a:solidFill>
                        <a:schemeClr val="tx1"/>
                      </a:solidFill>
                    </a:lnT>
                    <a:lnB w="381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rgbClr val="92D050"/>
                          </a:solidFill>
                        </a:rPr>
                        <a:t>0.358</a:t>
                      </a:r>
                    </a:p>
                  </a:txBody>
                  <a:tcPr marL="0" marR="0" marT="0" marB="0" anchor="ctr">
                    <a:lnL w="38100">
                      <a:solidFill>
                        <a:schemeClr val="tx1"/>
                      </a:solidFill>
                    </a:lnL>
                    <a:lnR w="38100">
                      <a:solidFill>
                        <a:schemeClr val="tx1"/>
                      </a:solidFill>
                    </a:lnR>
                    <a:lnT w="38100">
                      <a:solidFill>
                        <a:schemeClr val="tx1"/>
                      </a:solidFill>
                    </a:lnT>
                    <a:lnB w="381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rgbClr val="92D050"/>
                          </a:solidFill>
                        </a:rPr>
                        <a:t>0.715</a:t>
                      </a:r>
                    </a:p>
                  </a:txBody>
                  <a:tcPr marL="0" marR="0" marT="0" marB="0" anchor="ctr">
                    <a:lnL w="38100">
                      <a:solidFill>
                        <a:schemeClr val="tx1"/>
                      </a:solidFill>
                    </a:lnL>
                    <a:lnR w="38100">
                      <a:solidFill>
                        <a:schemeClr val="tx1"/>
                      </a:solidFill>
                    </a:lnR>
                    <a:lnT w="38100">
                      <a:solidFill>
                        <a:schemeClr val="tx1"/>
                      </a:solidFill>
                    </a:lnT>
                    <a:lnB w="381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rgbClr val="92D050"/>
                          </a:solidFill>
                        </a:rPr>
                        <a:t>87.917</a:t>
                      </a:r>
                    </a:p>
                  </a:txBody>
                  <a:tcPr marL="0" marR="0" marT="0" marB="0" anchor="ctr">
                    <a:lnL w="38100">
                      <a:solidFill>
                        <a:schemeClr val="tx1"/>
                      </a:solidFill>
                    </a:lnL>
                    <a:lnR w="38100">
                      <a:solidFill>
                        <a:schemeClr val="tx1"/>
                      </a:solidFill>
                    </a:lnR>
                    <a:lnT w="38100">
                      <a:solidFill>
                        <a:schemeClr val="tx1"/>
                      </a:solidFill>
                    </a:lnT>
                    <a:lnB w="381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327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2955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817614"/>
            <a:ext cx="5094174" cy="708819"/>
          </a:xfrm>
          <a:noFill/>
        </p:spPr>
        <p:txBody>
          <a:bodyPr anchor="t">
            <a:noAutofit/>
          </a:bodyPr>
          <a:lstStyle/>
          <a:p>
            <a:r>
              <a:rPr lang="en-US"/>
              <a:t>Model Search for Songs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E640F-7F5A-BDB7-205D-765FA80B6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2069286"/>
            <a:ext cx="5094983" cy="4129755"/>
          </a:xfrm>
          <a:noFill/>
        </p:spPr>
        <p:txBody>
          <a:bodyPr vert="horz" lIns="91440" tIns="45720" rIns="91440" bIns="45720" rtlCol="0" anchor="b">
            <a:normAutofit fontScale="92500" lnSpcReduction="10000"/>
          </a:bodyPr>
          <a:lstStyle/>
          <a:p>
            <a:r>
              <a:rPr lang="en-US"/>
              <a:t>The selected song's</a:t>
            </a:r>
            <a:r>
              <a:rPr lang="en-US" b="1"/>
              <a:t> final aggregated embedding vector </a:t>
            </a:r>
            <a:r>
              <a:rPr lang="en-US"/>
              <a:t>is the representation which is used to find similar songs.</a:t>
            </a:r>
          </a:p>
          <a:p>
            <a:endParaRPr lang="en-US">
              <a:ea typeface="Source Sans Pro"/>
            </a:endParaRPr>
          </a:p>
          <a:p>
            <a:r>
              <a:rPr lang="en-US">
                <a:ea typeface="+mn-lt"/>
                <a:cs typeface="+mn-lt"/>
              </a:rPr>
              <a:t>The fixed-length numeric vector (here 64‑dimensions) learned by the network finds </a:t>
            </a:r>
            <a:r>
              <a:rPr lang="en-US" b="1">
                <a:ea typeface="+mn-lt"/>
                <a:cs typeface="+mn-lt"/>
              </a:rPr>
              <a:t>semantically/signal‑similar </a:t>
            </a:r>
            <a:r>
              <a:rPr lang="en-US">
                <a:ea typeface="+mn-lt"/>
                <a:cs typeface="+mn-lt"/>
              </a:rPr>
              <a:t>songs which</a:t>
            </a:r>
            <a:r>
              <a:rPr lang="en-US" b="1">
                <a:ea typeface="+mn-lt"/>
                <a:cs typeface="+mn-lt"/>
              </a:rPr>
              <a:t> </a:t>
            </a:r>
            <a:r>
              <a:rPr lang="en-US">
                <a:ea typeface="+mn-lt"/>
                <a:cs typeface="+mn-lt"/>
              </a:rPr>
              <a:t>have </a:t>
            </a:r>
            <a:r>
              <a:rPr lang="en-US" b="1">
                <a:ea typeface="+mn-lt"/>
                <a:cs typeface="+mn-lt"/>
              </a:rPr>
              <a:t>nearby vectors </a:t>
            </a:r>
            <a:r>
              <a:rPr lang="en-US">
                <a:ea typeface="+mn-lt"/>
                <a:cs typeface="+mn-lt"/>
              </a:rPr>
              <a:t>in the embedding space.</a:t>
            </a:r>
          </a:p>
          <a:p>
            <a:endParaRPr lang="en-US">
              <a:ea typeface="Source Sans Pro"/>
            </a:endParaRPr>
          </a:p>
          <a:p>
            <a:r>
              <a:rPr lang="en-US">
                <a:ea typeface="+mn-lt"/>
                <a:cs typeface="+mn-lt"/>
              </a:rPr>
              <a:t>These similarities between </a:t>
            </a:r>
            <a:r>
              <a:rPr lang="en-US" b="1">
                <a:ea typeface="+mn-lt"/>
                <a:cs typeface="+mn-lt"/>
              </a:rPr>
              <a:t>all embeddings</a:t>
            </a:r>
            <a:r>
              <a:rPr lang="en-US">
                <a:ea typeface="+mn-lt"/>
                <a:cs typeface="+mn-lt"/>
              </a:rPr>
              <a:t> are selected with</a:t>
            </a:r>
            <a:r>
              <a:rPr lang="en-US" b="1">
                <a:ea typeface="+mn-lt"/>
                <a:cs typeface="+mn-lt"/>
              </a:rPr>
              <a:t> KNN</a:t>
            </a:r>
            <a:r>
              <a:rPr lang="en-US">
                <a:ea typeface="+mn-lt"/>
                <a:cs typeface="+mn-lt"/>
              </a:rPr>
              <a:t> (top‑k) using  numpy </a:t>
            </a:r>
            <a:r>
              <a:rPr lang="en-US" b="1">
                <a:ea typeface="+mn-lt"/>
                <a:cs typeface="+mn-lt"/>
              </a:rPr>
              <a:t>argpartition</a:t>
            </a:r>
            <a:r>
              <a:rPr lang="en-US">
                <a:ea typeface="+mn-lt"/>
                <a:cs typeface="+mn-lt"/>
              </a:rPr>
              <a:t> code</a:t>
            </a:r>
          </a:p>
          <a:p>
            <a:endParaRPr lang="en-US">
              <a:ea typeface="Source Sans Pro"/>
            </a:endParaRPr>
          </a:p>
        </p:txBody>
      </p:sp>
      <p:pic>
        <p:nvPicPr>
          <p:cNvPr id="5" name="Picture 4" descr="K-Nearest Neighbors (KNN) Algorithm for Classification: Real-world  Applications and Examples">
            <a:extLst>
              <a:ext uri="{FF2B5EF4-FFF2-40B4-BE49-F238E27FC236}">
                <a16:creationId xmlns:a16="http://schemas.microsoft.com/office/drawing/2014/main" id="{E1F711C9-04BB-63B2-29AD-5F2E7040C3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4" r="-234" b="410"/>
          <a:stretch>
            <a:fillRect/>
          </a:stretch>
        </p:blipFill>
        <p:spPr>
          <a:xfrm>
            <a:off x="6298403" y="2071688"/>
            <a:ext cx="5405450" cy="307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27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656" y="1846352"/>
            <a:ext cx="4527060" cy="3212921"/>
          </a:xfrm>
          <a:noFill/>
        </p:spPr>
        <p:txBody>
          <a:bodyPr>
            <a:noAutofit/>
          </a:bodyPr>
          <a:lstStyle/>
          <a:p>
            <a:r>
              <a:rPr lang="en-US"/>
              <a:t>Come Find the Playlist for your Soul</a:t>
            </a:r>
          </a:p>
        </p:txBody>
      </p:sp>
      <p:pic>
        <p:nvPicPr>
          <p:cNvPr id="4" name="Picture 3" descr="A logo of a wifi connection&#10;&#10;AI-generated content may be incorrect.">
            <a:extLst>
              <a:ext uri="{FF2B5EF4-FFF2-40B4-BE49-F238E27FC236}">
                <a16:creationId xmlns:a16="http://schemas.microsoft.com/office/drawing/2014/main" id="{6F243435-8212-081C-BBC2-35132A1F95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91" t="5399" r="3747" b="7277"/>
          <a:stretch>
            <a:fillRect/>
          </a:stretch>
        </p:blipFill>
        <p:spPr>
          <a:xfrm>
            <a:off x="6369842" y="983293"/>
            <a:ext cx="5090553" cy="492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085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69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E69F9A"/>
      </a:accent1>
      <a:accent2>
        <a:srgbClr val="C38C44"/>
      </a:accent2>
      <a:accent3>
        <a:srgbClr val="B32752"/>
      </a:accent3>
      <a:accent4>
        <a:srgbClr val="F5BF77"/>
      </a:accent4>
      <a:accent5>
        <a:srgbClr val="BDBB78"/>
      </a:accent5>
      <a:accent6>
        <a:srgbClr val="9FCDC6"/>
      </a:accent6>
      <a:hlink>
        <a:srgbClr val="F7B615"/>
      </a:hlink>
      <a:folHlink>
        <a:srgbClr val="704404"/>
      </a:folHlink>
    </a:clrScheme>
    <a:fontScheme name="Custom 190">
      <a:majorFont>
        <a:latin typeface="DM Serif Display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TM88997677_win32_LW_V2" id="{A337E98B-B78A-4478-A7B4-5BC118FBE473}" vid="{BFD76E1B-16BC-4706-8DD0-46BF66D357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9364A2FB-322C-4E17-81F0-E7F6A9EA6E0F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F60B100-7079-4DE7-AF7C-20BFB1D62C4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26A71AF-4CF2-4B95-BFB6-5C27500258C6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492</Words>
  <Application>Microsoft Office PowerPoint</Application>
  <PresentationFormat>Widescreen</PresentationFormat>
  <Paragraphs>113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DM Serif Display</vt:lpstr>
      <vt:lpstr>Source Sans Pro</vt:lpstr>
      <vt:lpstr>Custom</vt:lpstr>
      <vt:lpstr>Spotify Music Recommendation System</vt:lpstr>
      <vt:lpstr>Project Aim</vt:lpstr>
      <vt:lpstr>Data Transformation</vt:lpstr>
      <vt:lpstr>Cleaning Duplicates</vt:lpstr>
      <vt:lpstr>Neural Networks 1.0 Data Prep</vt:lpstr>
      <vt:lpstr>New feature created by categorising song genre into subset listening category  </vt:lpstr>
      <vt:lpstr>Neural Networks 2.0 Song Recommendation App</vt:lpstr>
      <vt:lpstr>Model Training Logic</vt:lpstr>
      <vt:lpstr>Neural Network - The 3 Embedding Vectors</vt:lpstr>
      <vt:lpstr>PowerPoint Presentation</vt:lpstr>
      <vt:lpstr>Model Search for Songs</vt:lpstr>
      <vt:lpstr>Come Find the Playlist for your Soul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Sam Forrest</cp:lastModifiedBy>
  <cp:revision>3</cp:revision>
  <dcterms:created xsi:type="dcterms:W3CDTF">2026-01-29T10:19:43Z</dcterms:created>
  <dcterms:modified xsi:type="dcterms:W3CDTF">2026-02-02T08:59:41Z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